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4"/>
  </p:notesMasterIdLst>
  <p:sldIdLst>
    <p:sldId id="291" r:id="rId2"/>
    <p:sldId id="269" r:id="rId3"/>
    <p:sldId id="256" r:id="rId4"/>
    <p:sldId id="257" r:id="rId5"/>
    <p:sldId id="258" r:id="rId6"/>
    <p:sldId id="259" r:id="rId7"/>
    <p:sldId id="260" r:id="rId8"/>
    <p:sldId id="261" r:id="rId9"/>
    <p:sldId id="262" r:id="rId10"/>
    <p:sldId id="292" r:id="rId11"/>
    <p:sldId id="293" r:id="rId12"/>
    <p:sldId id="294" r:id="rId1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0A15C55-8517-42AA-B614-E9B94910E393}" styleName="Medium Style 2 -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7DF18680-E054-41AD-8BC1-D1AEF772440D}" styleName="Medium Style 2 - Acc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775DCB02-9BB8-47FD-8907-85C794F793BA}" styleName="Themed Style 1 - Accent 4">
    <a:tblBg>
      <a:fillRef idx="2">
        <a:schemeClr val="accent4"/>
      </a:fillRef>
      <a:effectRef idx="1">
        <a:schemeClr val="accent4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Ref idx="1">
              <a:schemeClr val="accent4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</a:tcBdr>
        <a:fill>
          <a:solidFill>
            <a:schemeClr val="accent4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4"/>
            </a:lnRef>
          </a:left>
          <a:right>
            <a:lnRef idx="2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2">
              <a:schemeClr val="accent4"/>
            </a:lnRef>
          </a:top>
          <a:bottom>
            <a:lnRef idx="2">
              <a:schemeClr val="accent4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4"/>
          </a:solidFill>
        </a:fill>
      </a:tcStyle>
    </a:firstRow>
  </a:tblStyle>
  <a:tblStyle styleId="{69CF1AB2-1976-4502-BF36-3FF5EA218861}" styleName="Medium Style 4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1">
              <a:tint val="20000"/>
            </a:schemeClr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87" autoAdjust="0"/>
    <p:restoredTop sz="94660"/>
  </p:normalViewPr>
  <p:slideViewPr>
    <p:cSldViewPr snapToGrid="0">
      <p:cViewPr varScale="1">
        <p:scale>
          <a:sx n="90" d="100"/>
          <a:sy n="90" d="100"/>
        </p:scale>
        <p:origin x="355" y="8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38101A2-AC81-4C84-9E51-3D77E367BB91}" type="datetimeFigureOut">
              <a:rPr lang="en-IN" smtClean="0"/>
              <a:t>03-09-2026</a:t>
            </a:fld>
            <a:endParaRPr lang="en-I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N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DE6DB50-7849-4FB0-82C5-8FBB09E6BE8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3815434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DE6DB50-7849-4FB0-82C5-8FBB09E6BE81}" type="slidenum">
              <a:rPr lang="en-IN" smtClean="0"/>
              <a:t>1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55378206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896FDB-3077-E398-1FEC-5694007F02E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9546051-C42B-4C5E-B778-178433496F3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D7BA239-04C8-E7D7-92FE-65A326CBF3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F3D846-1AF9-4F97-909D-D91FC385E87A}" type="datetimeFigureOut">
              <a:rPr lang="en-IN" smtClean="0"/>
              <a:t>03-09-2026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A334086-527A-6B50-2EE2-C35EE91512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7427320-F835-176D-DC79-52560C683B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A25878-9AED-4452-B25B-6B14E45025A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43175462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BC4CAA-30E2-621F-426D-E2A934B68C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60A570B-8664-342F-017E-661355A6ED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7F9943A-7E8D-644B-6A83-B995AD181D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F3D846-1AF9-4F97-909D-D91FC385E87A}" type="datetimeFigureOut">
              <a:rPr lang="en-IN" smtClean="0"/>
              <a:t>03-09-2026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7560024-0172-5A79-52FB-4CD5813E6B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CE82188-9528-9477-9518-52316252E6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A25878-9AED-4452-B25B-6B14E45025A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8393171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EB0EE9-9481-4F01-5AC5-A58B95B869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7B504C9-2A0F-2107-BBD7-FE9A1CCE940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BA9B628-23A2-D91B-C013-903A7C385E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F3D846-1AF9-4F97-909D-D91FC385E87A}" type="datetimeFigureOut">
              <a:rPr lang="en-IN" smtClean="0"/>
              <a:t>03-09-2026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32610CE-6F61-7C27-35F5-60CDBB89AE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93041CB-CF2C-A816-C526-FA7039CF96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A25878-9AED-4452-B25B-6B14E45025A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93963601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122CC4-3175-CF04-475E-50B95DB8C5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A32FD7F-6231-9242-A36B-C37B0003BFD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6564164-FF3E-E12D-0D2D-B9A403A2650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87F2CCA-E715-32D9-2B07-53D0AE78F6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F3D846-1AF9-4F97-909D-D91FC385E87A}" type="datetimeFigureOut">
              <a:rPr lang="en-IN" smtClean="0"/>
              <a:t>03-09-2026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97547F2-362B-BDF6-D172-54424B16D1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CE32B99-3917-F18C-36D7-9EF90F3CFF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A25878-9AED-4452-B25B-6B14E45025A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39514597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396ED0-A6C5-FC2E-BBAD-F14CE7BF23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BE835B8-F5C5-2433-7172-1ADD5DE91CE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6AA384E-89D6-4DF2-6AA4-2907E694C8D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59FA5AC-7A15-E536-B4BE-677F3DED29D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7854674-6372-2CA0-2834-7313E115A53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B691B06A-2FC8-C2F6-F23D-338A8105EA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F3D846-1AF9-4F97-909D-D91FC385E87A}" type="datetimeFigureOut">
              <a:rPr lang="en-IN" smtClean="0"/>
              <a:t>03-09-2026</a:t>
            </a:fld>
            <a:endParaRPr lang="en-IN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B495CA1-2989-529B-0EE4-699FBF5CA6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A3B0062-BE96-8EE9-8579-CAD742DB79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A25878-9AED-4452-B25B-6B14E45025A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82514183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4D20E0-5478-6DD4-B994-8FF65996CE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65D6F49-DE70-9A8D-E70B-4CB6FACAD67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F3D846-1AF9-4F97-909D-D91FC385E87A}" type="datetimeFigureOut">
              <a:rPr lang="en-IN" smtClean="0"/>
              <a:t>03-09-2026</a:t>
            </a:fld>
            <a:endParaRPr lang="en-I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D6A2D13-1686-C40A-A023-278265D668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222E3F7-43E6-8AD6-80A0-D436F93F8F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A25878-9AED-4452-B25B-6B14E45025A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35530839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D56EF932-CAA0-37E2-0F40-4905763D0E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F3D846-1AF9-4F97-909D-D91FC385E87A}" type="datetimeFigureOut">
              <a:rPr lang="en-IN" smtClean="0"/>
              <a:t>03-09-2026</a:t>
            </a:fld>
            <a:endParaRPr lang="en-IN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E8C6DE5D-D6AB-F417-2EE3-DE7F7E56D7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C28F45C-29E7-D3A9-4738-FF4473650C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A25878-9AED-4452-B25B-6B14E45025A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999737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018F0C-FFB1-0829-E4A5-98A91C1257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A4B1476-5F49-5077-46D4-1550DC35A50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23E9EB5-8D61-7BB9-CE49-27EA0B5AD91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4C9997B-3403-1EBF-CB52-5F4D138B79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F3D846-1AF9-4F97-909D-D91FC385E87A}" type="datetimeFigureOut">
              <a:rPr lang="en-IN" smtClean="0"/>
              <a:t>03-09-2026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70649CF-B4ED-96AE-8DF1-CCA3330C63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EAD1F79-7728-740D-9707-59054DFEA9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A25878-9AED-4452-B25B-6B14E45025A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19779731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8A94F2-C1B2-7DBF-9184-60B16DA981D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4F93B951-B252-F1F6-F45A-9FA74F83DE3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0DBD72B-6B10-BBDE-E559-A6A86E1486D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671C428-0DC9-8B64-B3BB-96318DA645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F3D846-1AF9-4F97-909D-D91FC385E87A}" type="datetimeFigureOut">
              <a:rPr lang="en-IN" smtClean="0"/>
              <a:t>03-09-2026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6990AD9-639F-A5E0-FD6A-83F597C86F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8F3FD41-E82A-6EEA-C1EF-D82DCD4972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A25878-9AED-4452-B25B-6B14E45025A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22758996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0BB995-DC13-2CDC-8577-5FBF5748F8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B94ABE7-A8CA-B297-74C7-CBEAAE03BB7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4303559-8C5C-C06A-3FF8-E8F0C1C4AA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F3D846-1AF9-4F97-909D-D91FC385E87A}" type="datetimeFigureOut">
              <a:rPr lang="en-IN" smtClean="0"/>
              <a:t>03-09-2026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D0ADF0D-F1FA-77E7-2FB3-94147075D6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53A677E-210A-4882-18BC-9929518987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A25878-9AED-4452-B25B-6B14E45025A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77846193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0E05E04E-B5FD-0D6D-4BCE-08744FF9ADB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618A500-3BC4-8FB5-E03D-79F8E841B8A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2716CF2-5A4E-E33E-59FC-64B6BA92D4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F3D846-1AF9-4F97-909D-D91FC385E87A}" type="datetimeFigureOut">
              <a:rPr lang="en-IN" smtClean="0"/>
              <a:t>03-09-2026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642E061-EDD1-7D5C-7A8C-B75EC92D5C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C5A4214-222E-39E8-3E89-33D51B5F5F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A25878-9AED-4452-B25B-6B14E45025A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17640667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A5CC78D-5E24-BDAC-C7DE-99AD71556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70048C0-87D8-A9DE-F6F1-B13747D9FB1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8646B41-C552-D73C-DAD0-4B8C426DC5A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3F3D846-1AF9-4F97-909D-D91FC385E87A}" type="datetimeFigureOut">
              <a:rPr lang="en-IN" smtClean="0"/>
              <a:t>03-09-2026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2C24A6A-287E-9DE1-F24D-A81EFDC21BF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715238-A7D3-D34C-38E2-F37EA291B7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0A25878-9AED-4452-B25B-6B14E45025A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37333241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jpe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5.jpe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4E93E7-8F51-E8EA-5636-38B8D10F26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bg-brown - Law Office of Gary B. Leuchtman">
            <a:extLst>
              <a:ext uri="{FF2B5EF4-FFF2-40B4-BE49-F238E27FC236}">
                <a16:creationId xmlns:a16="http://schemas.microsoft.com/office/drawing/2014/main" id="{8B143217-30AA-EA91-C526-193769D2E87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12192000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8D07530F-14E0-8275-2FEA-F1C946FAB6B2}"/>
              </a:ext>
            </a:extLst>
          </p:cNvPr>
          <p:cNvSpPr txBox="1"/>
          <p:nvPr/>
        </p:nvSpPr>
        <p:spPr>
          <a:xfrm>
            <a:off x="47897" y="74991"/>
            <a:ext cx="12096206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N" sz="1600" dirty="0">
                <a:solidFill>
                  <a:schemeClr val="bg1"/>
                </a:solidFill>
                <a:latin typeface="Algerian" panose="04020705040A02060702" pitchFamily="82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AUM SRI SAIRAM</a:t>
            </a:r>
          </a:p>
          <a:p>
            <a:pPr algn="ctr"/>
            <a:r>
              <a:rPr lang="en-IN" sz="2800" b="1" dirty="0">
                <a:solidFill>
                  <a:schemeClr val="accent6">
                    <a:lumMod val="20000"/>
                    <a:lumOff val="80000"/>
                  </a:schemeClr>
                </a:solidFill>
                <a:latin typeface="Algerian" panose="04020705040A02060702" pitchFamily="82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SRI SATHYA SAI SEVA ORGANISATIONS (INDIA)</a:t>
            </a:r>
          </a:p>
          <a:p>
            <a:pPr algn="ctr"/>
            <a:r>
              <a:rPr lang="en-IN" sz="2800" b="1" dirty="0">
                <a:solidFill>
                  <a:schemeClr val="accent6">
                    <a:lumMod val="20000"/>
                    <a:lumOff val="80000"/>
                  </a:schemeClr>
                </a:solidFill>
                <a:latin typeface="Algerian" panose="04020705040A02060702" pitchFamily="82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KANCHIPURAM SOUTH</a:t>
            </a:r>
          </a:p>
        </p:txBody>
      </p:sp>
      <p:pic>
        <p:nvPicPr>
          <p:cNvPr id="6" name="Picture 4" descr="Sathya Sai Babas birthday ...">
            <a:extLst>
              <a:ext uri="{FF2B5EF4-FFF2-40B4-BE49-F238E27FC236}">
                <a16:creationId xmlns:a16="http://schemas.microsoft.com/office/drawing/2014/main" id="{7620B092-1133-2BEB-EFFD-098F97B8EB7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alphaModFix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00298" y="156754"/>
            <a:ext cx="1202837" cy="1471749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76200" dist="38100" dir="78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contrasting" dir="t">
              <a:rot lat="0" lon="0" rev="4200000"/>
            </a:lightRig>
          </a:scene3d>
          <a:sp3d prstMaterial="plastic">
            <a:bevelT w="381000" h="114300" prst="relaxedInset"/>
            <a:contourClr>
              <a:srgbClr val="969696"/>
            </a:contourClr>
          </a:sp3d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Picture 4" descr="Logo of the Sri Sathya Sai International Organization | Sri ...">
            <a:extLst>
              <a:ext uri="{FF2B5EF4-FFF2-40B4-BE49-F238E27FC236}">
                <a16:creationId xmlns:a16="http://schemas.microsoft.com/office/drawing/2014/main" id="{1DFE28B9-962E-F717-62EA-C702F3037D4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634678" y="156754"/>
            <a:ext cx="1461528" cy="1471749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76200" dist="38100" dir="78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contrasting" dir="t">
              <a:rot lat="0" lon="0" rev="4200000"/>
            </a:lightRig>
          </a:scene3d>
          <a:sp3d prstMaterial="plastic">
            <a:bevelT w="381000" h="114300" prst="relaxedInset"/>
            <a:contourClr>
              <a:srgbClr val="969696"/>
            </a:contourClr>
          </a:sp3d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6ED5174D-9BCF-07E7-1BDA-DF4693904F48}"/>
              </a:ext>
            </a:extLst>
          </p:cNvPr>
          <p:cNvSpPr txBox="1"/>
          <p:nvPr/>
        </p:nvSpPr>
        <p:spPr>
          <a:xfrm flipH="1">
            <a:off x="106057" y="6331914"/>
            <a:ext cx="277260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dirty="0">
                <a:solidFill>
                  <a:schemeClr val="accent4">
                    <a:lumMod val="20000"/>
                    <a:lumOff val="80000"/>
                  </a:schemeClr>
                </a:solidFill>
                <a:latin typeface="Algerian" panose="04020705040A02060702" pitchFamily="82" charset="0"/>
              </a:rPr>
              <a:t>LOVE ALL SERVE ALL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3D3EDB4-B244-77AD-7EAE-8567A3A395CF}"/>
              </a:ext>
            </a:extLst>
          </p:cNvPr>
          <p:cNvSpPr txBox="1"/>
          <p:nvPr/>
        </p:nvSpPr>
        <p:spPr>
          <a:xfrm flipH="1">
            <a:off x="9313334" y="6331914"/>
            <a:ext cx="277260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dirty="0">
                <a:solidFill>
                  <a:schemeClr val="accent4">
                    <a:lumMod val="20000"/>
                    <a:lumOff val="80000"/>
                  </a:schemeClr>
                </a:solidFill>
                <a:latin typeface="Algerian" panose="04020705040A02060702" pitchFamily="82" charset="0"/>
              </a:rPr>
              <a:t>HELP EVER HURT NEVER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5086C5F-215A-AF8D-5D82-6F385A61FF52}"/>
              </a:ext>
            </a:extLst>
          </p:cNvPr>
          <p:cNvSpPr txBox="1"/>
          <p:nvPr/>
        </p:nvSpPr>
        <p:spPr>
          <a:xfrm>
            <a:off x="596902" y="1628503"/>
            <a:ext cx="11116733" cy="193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IN" sz="4000" dirty="0">
                <a:solidFill>
                  <a:schemeClr val="accent4">
                    <a:lumMod val="60000"/>
                    <a:lumOff val="40000"/>
                  </a:schemeClr>
                </a:solidFill>
                <a:latin typeface="Algerian" panose="04020705040A02060702" pitchFamily="82" charset="0"/>
              </a:rPr>
              <a:t>DISTRICT LEVEL BALVIKAS TALENT SEARCH</a:t>
            </a:r>
          </a:p>
          <a:p>
            <a:pPr algn="ctr"/>
            <a:r>
              <a:rPr lang="en-IN" sz="4000" dirty="0">
                <a:solidFill>
                  <a:schemeClr val="accent4">
                    <a:lumMod val="60000"/>
                    <a:lumOff val="40000"/>
                  </a:schemeClr>
                </a:solidFill>
                <a:latin typeface="Algerian" panose="04020705040A02060702" pitchFamily="82" charset="0"/>
              </a:rPr>
              <a:t> (DLBTS - 2025)</a:t>
            </a:r>
          </a:p>
          <a:p>
            <a:pPr algn="ctr"/>
            <a:endParaRPr lang="en-IN" sz="4000" dirty="0">
              <a:solidFill>
                <a:schemeClr val="accent4">
                  <a:lumMod val="20000"/>
                  <a:lumOff val="80000"/>
                </a:schemeClr>
              </a:solidFill>
              <a:latin typeface="Britannic Bold" panose="020B0903060703020204" pitchFamily="34" charset="0"/>
              <a:ea typeface="Sans Serif Collection" panose="020B0502040504020204" pitchFamily="34" charset="0"/>
              <a:cs typeface="Sans Serif Collection" panose="020B0502040504020204" pitchFamily="34" charset="0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2CA3CDDB-81CB-62FF-1B5F-8B0BAEA724CB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05299" y="2988733"/>
            <a:ext cx="3581401" cy="3581401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76200" dist="38100" dir="78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contrasting" dir="t">
              <a:rot lat="0" lon="0" rev="4200000"/>
            </a:lightRig>
          </a:scene3d>
          <a:sp3d prstMaterial="plastic">
            <a:bevelT w="381000" h="114300" prst="relaxedInset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173248818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A285B6-2978-4893-A097-BE452A4524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bg-brown - Law Office of Gary B. Leuchtman">
            <a:extLst>
              <a:ext uri="{FF2B5EF4-FFF2-40B4-BE49-F238E27FC236}">
                <a16:creationId xmlns:a16="http://schemas.microsoft.com/office/drawing/2014/main" id="{F7BB7680-630A-573B-4A0B-F0409352A6F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12192000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C2DF270E-9EB7-A51D-49B7-68EE898E65B5}"/>
              </a:ext>
            </a:extLst>
          </p:cNvPr>
          <p:cNvSpPr txBox="1"/>
          <p:nvPr/>
        </p:nvSpPr>
        <p:spPr>
          <a:xfrm>
            <a:off x="47897" y="74991"/>
            <a:ext cx="12096206" cy="212365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N" sz="1600" dirty="0">
                <a:solidFill>
                  <a:schemeClr val="bg1"/>
                </a:solidFill>
                <a:latin typeface="Algerian" panose="04020705040A02060702" pitchFamily="82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AUM SRI SAIRAM</a:t>
            </a:r>
          </a:p>
          <a:p>
            <a:pPr algn="ctr"/>
            <a:r>
              <a:rPr lang="en-IN" sz="2800" b="1" dirty="0">
                <a:solidFill>
                  <a:schemeClr val="accent6">
                    <a:lumMod val="20000"/>
                    <a:lumOff val="80000"/>
                  </a:schemeClr>
                </a:solidFill>
                <a:latin typeface="Algerian" panose="04020705040A02060702" pitchFamily="82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SRI SATHYA SAI SEVA ORGANISATIONS (INDIA)</a:t>
            </a:r>
          </a:p>
          <a:p>
            <a:pPr algn="ctr"/>
            <a:r>
              <a:rPr lang="en-IN" sz="2800" b="1" dirty="0">
                <a:solidFill>
                  <a:schemeClr val="accent6">
                    <a:lumMod val="20000"/>
                    <a:lumOff val="80000"/>
                  </a:schemeClr>
                </a:solidFill>
                <a:latin typeface="Algerian" panose="04020705040A02060702" pitchFamily="82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KANCHIPURAM SOUTH</a:t>
            </a:r>
          </a:p>
          <a:p>
            <a:pPr algn="ctr"/>
            <a:r>
              <a:rPr lang="en-IN" sz="2800" dirty="0">
                <a:solidFill>
                  <a:schemeClr val="accent4">
                    <a:lumMod val="60000"/>
                    <a:lumOff val="40000"/>
                  </a:schemeClr>
                </a:solidFill>
                <a:latin typeface="Algerian" panose="04020705040A02060702" pitchFamily="82" charset="0"/>
              </a:rPr>
              <a:t>DISTRICT LEVEL BALVIKAS TALENT SEARCH</a:t>
            </a:r>
          </a:p>
          <a:p>
            <a:pPr algn="ctr"/>
            <a:r>
              <a:rPr lang="en-IN" sz="2800" dirty="0">
                <a:solidFill>
                  <a:schemeClr val="accent4">
                    <a:lumMod val="60000"/>
                    <a:lumOff val="40000"/>
                  </a:schemeClr>
                </a:solidFill>
                <a:latin typeface="Algerian" panose="04020705040A02060702" pitchFamily="82" charset="0"/>
              </a:rPr>
              <a:t> (DLBTS - 2025)</a:t>
            </a:r>
          </a:p>
        </p:txBody>
      </p:sp>
      <p:pic>
        <p:nvPicPr>
          <p:cNvPr id="6" name="Picture 4" descr="Sathya Sai Babas birthday ...">
            <a:extLst>
              <a:ext uri="{FF2B5EF4-FFF2-40B4-BE49-F238E27FC236}">
                <a16:creationId xmlns:a16="http://schemas.microsoft.com/office/drawing/2014/main" id="{5299A9F7-124C-70C8-06F8-D0E778F9DC1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alphaModFix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00298" y="156754"/>
            <a:ext cx="1202837" cy="1471749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76200" dist="38100" dir="78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contrasting" dir="t">
              <a:rot lat="0" lon="0" rev="4200000"/>
            </a:lightRig>
          </a:scene3d>
          <a:sp3d prstMaterial="plastic">
            <a:bevelT w="381000" h="114300" prst="relaxedInset"/>
            <a:contourClr>
              <a:srgbClr val="969696"/>
            </a:contourClr>
          </a:sp3d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Picture 4" descr="Logo of the Sri Sathya Sai International Organization | Sri ...">
            <a:extLst>
              <a:ext uri="{FF2B5EF4-FFF2-40B4-BE49-F238E27FC236}">
                <a16:creationId xmlns:a16="http://schemas.microsoft.com/office/drawing/2014/main" id="{A5CEA263-B82B-F599-FD4B-AFA3A5373E1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634678" y="156754"/>
            <a:ext cx="1461528" cy="1471749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76200" dist="38100" dir="78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contrasting" dir="t">
              <a:rot lat="0" lon="0" rev="4200000"/>
            </a:lightRig>
          </a:scene3d>
          <a:sp3d prstMaterial="plastic">
            <a:bevelT w="381000" h="114300" prst="relaxedInset"/>
            <a:contourClr>
              <a:srgbClr val="969696"/>
            </a:contourClr>
          </a:sp3d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E5613CF6-D91C-6E1A-4C8F-098A5A098BAF}"/>
              </a:ext>
            </a:extLst>
          </p:cNvPr>
          <p:cNvSpPr txBox="1"/>
          <p:nvPr/>
        </p:nvSpPr>
        <p:spPr>
          <a:xfrm flipH="1">
            <a:off x="106057" y="6331914"/>
            <a:ext cx="277260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dirty="0">
                <a:solidFill>
                  <a:schemeClr val="accent4">
                    <a:lumMod val="20000"/>
                    <a:lumOff val="80000"/>
                  </a:schemeClr>
                </a:solidFill>
                <a:latin typeface="Algerian" panose="04020705040A02060702" pitchFamily="82" charset="0"/>
              </a:rPr>
              <a:t>LOVE ALL SERVE ALL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9BB41B0-FE8D-9319-A8B8-855A00F02F0F}"/>
              </a:ext>
            </a:extLst>
          </p:cNvPr>
          <p:cNvSpPr txBox="1"/>
          <p:nvPr/>
        </p:nvSpPr>
        <p:spPr>
          <a:xfrm flipH="1">
            <a:off x="9313334" y="6331914"/>
            <a:ext cx="277260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dirty="0">
                <a:solidFill>
                  <a:schemeClr val="accent4">
                    <a:lumMod val="20000"/>
                    <a:lumOff val="80000"/>
                  </a:schemeClr>
                </a:solidFill>
                <a:latin typeface="Algerian" panose="04020705040A02060702" pitchFamily="82" charset="0"/>
              </a:rPr>
              <a:t>HELP EVER HURT NEVER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DCE8C7F-476D-FEAF-8E6F-6236DB94399B}"/>
              </a:ext>
            </a:extLst>
          </p:cNvPr>
          <p:cNvSpPr txBox="1"/>
          <p:nvPr/>
        </p:nvSpPr>
        <p:spPr>
          <a:xfrm>
            <a:off x="3014134" y="3152001"/>
            <a:ext cx="6163732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IN" sz="4000" dirty="0">
                <a:solidFill>
                  <a:schemeClr val="accent4">
                    <a:lumMod val="20000"/>
                    <a:lumOff val="80000"/>
                  </a:schemeClr>
                </a:solidFill>
                <a:latin typeface="Britannic Bold" panose="020B0903060703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GROUP 1 EVENTS</a:t>
            </a:r>
          </a:p>
        </p:txBody>
      </p:sp>
    </p:spTree>
    <p:extLst>
      <p:ext uri="{BB962C8B-B14F-4D97-AF65-F5344CB8AC3E}">
        <p14:creationId xmlns:p14="http://schemas.microsoft.com/office/powerpoint/2010/main" val="338355982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bg-brown - Law Office of Gary B. Leuchtman">
            <a:extLst>
              <a:ext uri="{FF2B5EF4-FFF2-40B4-BE49-F238E27FC236}">
                <a16:creationId xmlns:a16="http://schemas.microsoft.com/office/drawing/2014/main" id="{90F83AEA-E9B3-7E85-A0FE-0572222B0C1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12192000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DAF23426-7A89-50E7-B52A-9E2E494C9445}"/>
              </a:ext>
            </a:extLst>
          </p:cNvPr>
          <p:cNvSpPr txBox="1"/>
          <p:nvPr/>
        </p:nvSpPr>
        <p:spPr>
          <a:xfrm>
            <a:off x="47897" y="74991"/>
            <a:ext cx="12096206" cy="212365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N" sz="1600" dirty="0">
                <a:solidFill>
                  <a:schemeClr val="bg1"/>
                </a:solidFill>
                <a:latin typeface="Algerian" panose="04020705040A02060702" pitchFamily="82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AUM SRI SAIRAM</a:t>
            </a:r>
          </a:p>
          <a:p>
            <a:pPr algn="ctr"/>
            <a:r>
              <a:rPr lang="en-IN" sz="2800" b="1" dirty="0">
                <a:solidFill>
                  <a:schemeClr val="accent6">
                    <a:lumMod val="20000"/>
                    <a:lumOff val="80000"/>
                  </a:schemeClr>
                </a:solidFill>
                <a:latin typeface="Algerian" panose="04020705040A02060702" pitchFamily="82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SRI SATHYA SAI SEVA ORGANISATIONS (INDIA)</a:t>
            </a:r>
          </a:p>
          <a:p>
            <a:pPr algn="ctr"/>
            <a:r>
              <a:rPr lang="en-IN" sz="2800" b="1" dirty="0">
                <a:solidFill>
                  <a:schemeClr val="accent6">
                    <a:lumMod val="20000"/>
                    <a:lumOff val="80000"/>
                  </a:schemeClr>
                </a:solidFill>
                <a:latin typeface="Algerian" panose="04020705040A02060702" pitchFamily="82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KANCHIPURAM SOUTH</a:t>
            </a:r>
          </a:p>
          <a:p>
            <a:pPr algn="ctr"/>
            <a:r>
              <a:rPr lang="en-IN" sz="2800" dirty="0">
                <a:solidFill>
                  <a:schemeClr val="accent4">
                    <a:lumMod val="60000"/>
                    <a:lumOff val="40000"/>
                  </a:schemeClr>
                </a:solidFill>
                <a:latin typeface="Algerian" panose="04020705040A02060702" pitchFamily="82" charset="0"/>
              </a:rPr>
              <a:t>DISTRICT LEVEL BALVIKAS TALENT SEARCH</a:t>
            </a:r>
          </a:p>
          <a:p>
            <a:pPr algn="ctr"/>
            <a:r>
              <a:rPr lang="en-IN" sz="2800" dirty="0">
                <a:solidFill>
                  <a:schemeClr val="accent4">
                    <a:lumMod val="60000"/>
                    <a:lumOff val="40000"/>
                  </a:schemeClr>
                </a:solidFill>
                <a:latin typeface="Algerian" panose="04020705040A02060702" pitchFamily="82" charset="0"/>
              </a:rPr>
              <a:t> (DLBTS - 2025)</a:t>
            </a:r>
          </a:p>
        </p:txBody>
      </p:sp>
      <p:pic>
        <p:nvPicPr>
          <p:cNvPr id="6" name="Picture 4" descr="Sathya Sai Babas birthday ...">
            <a:extLst>
              <a:ext uri="{FF2B5EF4-FFF2-40B4-BE49-F238E27FC236}">
                <a16:creationId xmlns:a16="http://schemas.microsoft.com/office/drawing/2014/main" id="{7A35B17B-1CB9-6DD5-4D71-F9849347AA2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alphaModFix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00298" y="156754"/>
            <a:ext cx="1202837" cy="1471749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76200" dist="38100" dir="78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contrasting" dir="t">
              <a:rot lat="0" lon="0" rev="4200000"/>
            </a:lightRig>
          </a:scene3d>
          <a:sp3d prstMaterial="plastic">
            <a:bevelT w="381000" h="114300" prst="relaxedInset"/>
            <a:contourClr>
              <a:srgbClr val="969696"/>
            </a:contourClr>
          </a:sp3d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Picture 4" descr="Logo of the Sri Sathya Sai International Organization | Sri ...">
            <a:extLst>
              <a:ext uri="{FF2B5EF4-FFF2-40B4-BE49-F238E27FC236}">
                <a16:creationId xmlns:a16="http://schemas.microsoft.com/office/drawing/2014/main" id="{06B293EF-BB0E-CBE3-F495-86CDA535C02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634678" y="156754"/>
            <a:ext cx="1461528" cy="1471749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76200" dist="38100" dir="78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contrasting" dir="t">
              <a:rot lat="0" lon="0" rev="4200000"/>
            </a:lightRig>
          </a:scene3d>
          <a:sp3d prstMaterial="plastic">
            <a:bevelT w="381000" h="114300" prst="relaxedInset"/>
            <a:contourClr>
              <a:srgbClr val="969696"/>
            </a:contourClr>
          </a:sp3d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F8EE4EA2-614D-496C-2289-EE4E3C2C2EE0}"/>
              </a:ext>
            </a:extLst>
          </p:cNvPr>
          <p:cNvSpPr txBox="1"/>
          <p:nvPr/>
        </p:nvSpPr>
        <p:spPr>
          <a:xfrm flipH="1">
            <a:off x="106057" y="6331914"/>
            <a:ext cx="277260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dirty="0">
                <a:solidFill>
                  <a:schemeClr val="accent4">
                    <a:lumMod val="20000"/>
                    <a:lumOff val="80000"/>
                  </a:schemeClr>
                </a:solidFill>
                <a:latin typeface="Algerian" panose="04020705040A02060702" pitchFamily="82" charset="0"/>
              </a:rPr>
              <a:t>LOVE ALL SERVE ALL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A3A7D6F-226B-87EA-C33F-1370DFDFD5AD}"/>
              </a:ext>
            </a:extLst>
          </p:cNvPr>
          <p:cNvSpPr txBox="1"/>
          <p:nvPr/>
        </p:nvSpPr>
        <p:spPr>
          <a:xfrm flipH="1">
            <a:off x="9313334" y="6331914"/>
            <a:ext cx="277260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dirty="0">
                <a:solidFill>
                  <a:schemeClr val="accent4">
                    <a:lumMod val="20000"/>
                    <a:lumOff val="80000"/>
                  </a:schemeClr>
                </a:solidFill>
                <a:latin typeface="Algerian" panose="04020705040A02060702" pitchFamily="82" charset="0"/>
              </a:rPr>
              <a:t>HELP EVER HURT NEVER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870E2B9-A0BB-E3AD-429C-40D9DCD971C0}"/>
              </a:ext>
            </a:extLst>
          </p:cNvPr>
          <p:cNvSpPr txBox="1"/>
          <p:nvPr/>
        </p:nvSpPr>
        <p:spPr>
          <a:xfrm>
            <a:off x="3014134" y="2198649"/>
            <a:ext cx="6163732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IN" sz="3000" dirty="0">
                <a:solidFill>
                  <a:schemeClr val="accent4">
                    <a:lumMod val="20000"/>
                    <a:lumOff val="80000"/>
                  </a:schemeClr>
                </a:solidFill>
                <a:latin typeface="Britannic Bold" panose="020B0903060703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GROUP 1 </a:t>
            </a:r>
            <a:r>
              <a:rPr lang="en-IN" sz="3000" dirty="0">
                <a:solidFill>
                  <a:schemeClr val="accent4">
                    <a:lumMod val="20000"/>
                    <a:lumOff val="80000"/>
                  </a:schemeClr>
                </a:solidFill>
                <a:latin typeface="Britannic Bold" panose="020B0903060703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  <a:sym typeface="Wingdings" panose="05000000000000000000" pitchFamily="2" charset="2"/>
              </a:rPr>
              <a:t> BHAJANS</a:t>
            </a:r>
            <a:endParaRPr lang="en-IN" sz="3000" dirty="0">
              <a:solidFill>
                <a:schemeClr val="accent4">
                  <a:lumMod val="20000"/>
                  <a:lumOff val="80000"/>
                </a:schemeClr>
              </a:solidFill>
              <a:latin typeface="Britannic Bold" panose="020B0903060703020204" pitchFamily="34" charset="0"/>
              <a:ea typeface="Sans Serif Collection" panose="020B0502040504020204" pitchFamily="34" charset="0"/>
              <a:cs typeface="Sans Serif Collection" panose="020B0502040504020204" pitchFamily="34" charset="0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639C04D9-2A5B-AF77-8B81-02F5004FAA4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24235120"/>
              </p:ext>
            </p:extLst>
          </p:nvPr>
        </p:nvGraphicFramePr>
        <p:xfrm>
          <a:off x="2032000" y="2997200"/>
          <a:ext cx="8127999" cy="2988732"/>
        </p:xfrm>
        <a:graphic>
          <a:graphicData uri="http://schemas.openxmlformats.org/drawingml/2006/table">
            <a:tbl>
              <a:tblPr firstRow="1" bandRow="1">
                <a:tableStyleId>{69CF1AB2-1976-4502-BF36-3FF5EA218861}</a:tableStyleId>
              </a:tblPr>
              <a:tblGrid>
                <a:gridCol w="2709333">
                  <a:extLst>
                    <a:ext uri="{9D8B030D-6E8A-4147-A177-3AD203B41FA5}">
                      <a16:colId xmlns:a16="http://schemas.microsoft.com/office/drawing/2014/main" val="461909198"/>
                    </a:ext>
                  </a:extLst>
                </a:gridCol>
                <a:gridCol w="2709333">
                  <a:extLst>
                    <a:ext uri="{9D8B030D-6E8A-4147-A177-3AD203B41FA5}">
                      <a16:colId xmlns:a16="http://schemas.microsoft.com/office/drawing/2014/main" val="1814559221"/>
                    </a:ext>
                  </a:extLst>
                </a:gridCol>
                <a:gridCol w="2709333">
                  <a:extLst>
                    <a:ext uri="{9D8B030D-6E8A-4147-A177-3AD203B41FA5}">
                      <a16:colId xmlns:a16="http://schemas.microsoft.com/office/drawing/2014/main" val="2349627817"/>
                    </a:ext>
                  </a:extLst>
                </a:gridCol>
              </a:tblGrid>
              <a:tr h="996244">
                <a:tc>
                  <a:txBody>
                    <a:bodyPr/>
                    <a:lstStyle/>
                    <a:p>
                      <a:pPr algn="ctr">
                        <a:lnSpc>
                          <a:spcPct val="200000"/>
                        </a:lnSpc>
                      </a:pPr>
                      <a:r>
                        <a:rPr lang="en-IN" sz="2500" b="1" dirty="0">
                          <a:latin typeface="Britannic Bold" panose="020B0903060703020204" pitchFamily="34" charset="0"/>
                        </a:rPr>
                        <a:t>1</a:t>
                      </a:r>
                      <a:r>
                        <a:rPr lang="en-IN" sz="2500" b="1" baseline="30000" dirty="0">
                          <a:latin typeface="Britannic Bold" panose="020B0903060703020204" pitchFamily="34" charset="0"/>
                        </a:rPr>
                        <a:t>st</a:t>
                      </a:r>
                      <a:endParaRPr lang="en-IN" sz="2500" b="1" dirty="0">
                        <a:latin typeface="Britannic Bold" panose="020B0903060703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200000"/>
                        </a:lnSpc>
                      </a:pPr>
                      <a:endParaRPr lang="en-IN" sz="1800" b="1" i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200000"/>
                        </a:lnSpc>
                      </a:pPr>
                      <a:endParaRPr lang="en-IN" sz="1800" b="1" i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36360187"/>
                  </a:ext>
                </a:extLst>
              </a:tr>
              <a:tr h="996244">
                <a:tc>
                  <a:txBody>
                    <a:bodyPr/>
                    <a:lstStyle/>
                    <a:p>
                      <a:pPr algn="ctr">
                        <a:lnSpc>
                          <a:spcPct val="200000"/>
                        </a:lnSpc>
                      </a:pPr>
                      <a:r>
                        <a:rPr lang="en-IN" sz="2500" b="1" dirty="0">
                          <a:latin typeface="Britannic Bold" panose="020B0903060703020204" pitchFamily="34" charset="0"/>
                        </a:rPr>
                        <a:t>2</a:t>
                      </a:r>
                      <a:r>
                        <a:rPr lang="en-IN" sz="2500" b="1" baseline="30000" dirty="0">
                          <a:latin typeface="Britannic Bold" panose="020B0903060703020204" pitchFamily="34" charset="0"/>
                        </a:rPr>
                        <a:t>nd</a:t>
                      </a:r>
                      <a:endParaRPr lang="en-IN" sz="2500" b="1" dirty="0">
                        <a:latin typeface="Britannic Bold" panose="020B0903060703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200000"/>
                        </a:lnSpc>
                      </a:pPr>
                      <a:endParaRPr lang="en-IN" sz="1800" b="1" i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200000"/>
                        </a:lnSpc>
                      </a:pPr>
                      <a:endParaRPr lang="en-IN" sz="1800" b="1" i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7442955"/>
                  </a:ext>
                </a:extLst>
              </a:tr>
              <a:tr h="996244">
                <a:tc>
                  <a:txBody>
                    <a:bodyPr/>
                    <a:lstStyle/>
                    <a:p>
                      <a:pPr algn="ctr">
                        <a:lnSpc>
                          <a:spcPct val="200000"/>
                        </a:lnSpc>
                      </a:pPr>
                      <a:r>
                        <a:rPr lang="en-IN" sz="2500" b="1" dirty="0">
                          <a:latin typeface="Britannic Bold" panose="020B0903060703020204" pitchFamily="34" charset="0"/>
                        </a:rPr>
                        <a:t>3</a:t>
                      </a:r>
                      <a:r>
                        <a:rPr lang="en-IN" sz="2500" b="1" baseline="30000" dirty="0">
                          <a:latin typeface="Britannic Bold" panose="020B0903060703020204" pitchFamily="34" charset="0"/>
                        </a:rPr>
                        <a:t>rd</a:t>
                      </a:r>
                      <a:endParaRPr lang="en-IN" sz="2500" b="1" dirty="0">
                        <a:latin typeface="Britannic Bold" panose="020B0903060703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200000"/>
                        </a:lnSpc>
                      </a:pPr>
                      <a:endParaRPr lang="en-IN" sz="1800" b="1" i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200000"/>
                        </a:lnSpc>
                      </a:pPr>
                      <a:endParaRPr lang="en-IN" sz="1800" b="1" i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677416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71592409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26F412-2077-32FD-5207-A1EE1002F4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bg-brown - Law Office of Gary B. Leuchtman">
            <a:extLst>
              <a:ext uri="{FF2B5EF4-FFF2-40B4-BE49-F238E27FC236}">
                <a16:creationId xmlns:a16="http://schemas.microsoft.com/office/drawing/2014/main" id="{1850F305-1DC3-E2D3-0B64-4E494FA29DC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12192000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B888E863-4414-378A-78F0-5A7D78C8A74E}"/>
              </a:ext>
            </a:extLst>
          </p:cNvPr>
          <p:cNvSpPr txBox="1"/>
          <p:nvPr/>
        </p:nvSpPr>
        <p:spPr>
          <a:xfrm>
            <a:off x="47897" y="74991"/>
            <a:ext cx="12096206" cy="212365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N" sz="1600" dirty="0">
                <a:solidFill>
                  <a:schemeClr val="bg1"/>
                </a:solidFill>
                <a:latin typeface="Algerian" panose="04020705040A02060702" pitchFamily="82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AUM SRI SAIRAM</a:t>
            </a:r>
          </a:p>
          <a:p>
            <a:pPr algn="ctr"/>
            <a:r>
              <a:rPr lang="en-IN" sz="2800" b="1" dirty="0">
                <a:solidFill>
                  <a:schemeClr val="accent6">
                    <a:lumMod val="20000"/>
                    <a:lumOff val="80000"/>
                  </a:schemeClr>
                </a:solidFill>
                <a:latin typeface="Algerian" panose="04020705040A02060702" pitchFamily="82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SRI SATHYA SAI SEVA ORGANISATIONS (INDIA)</a:t>
            </a:r>
          </a:p>
          <a:p>
            <a:pPr algn="ctr"/>
            <a:r>
              <a:rPr lang="en-IN" sz="2800" b="1" dirty="0">
                <a:solidFill>
                  <a:schemeClr val="accent6">
                    <a:lumMod val="20000"/>
                    <a:lumOff val="80000"/>
                  </a:schemeClr>
                </a:solidFill>
                <a:latin typeface="Algerian" panose="04020705040A02060702" pitchFamily="82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KANCHIPURAM SOUTH</a:t>
            </a:r>
          </a:p>
          <a:p>
            <a:pPr algn="ctr"/>
            <a:r>
              <a:rPr lang="en-IN" sz="2800" dirty="0">
                <a:solidFill>
                  <a:schemeClr val="accent4">
                    <a:lumMod val="60000"/>
                    <a:lumOff val="40000"/>
                  </a:schemeClr>
                </a:solidFill>
                <a:latin typeface="Algerian" panose="04020705040A02060702" pitchFamily="82" charset="0"/>
              </a:rPr>
              <a:t>DISTRICT LEVEL BALVIKAS TALENT SEARCH</a:t>
            </a:r>
          </a:p>
          <a:p>
            <a:pPr algn="ctr"/>
            <a:r>
              <a:rPr lang="en-IN" sz="2800" dirty="0">
                <a:solidFill>
                  <a:schemeClr val="accent4">
                    <a:lumMod val="60000"/>
                    <a:lumOff val="40000"/>
                  </a:schemeClr>
                </a:solidFill>
                <a:latin typeface="Algerian" panose="04020705040A02060702" pitchFamily="82" charset="0"/>
              </a:rPr>
              <a:t> (DLBTS - 2025)</a:t>
            </a:r>
          </a:p>
        </p:txBody>
      </p:sp>
      <p:pic>
        <p:nvPicPr>
          <p:cNvPr id="6" name="Picture 4" descr="Sathya Sai Babas birthday ...">
            <a:extLst>
              <a:ext uri="{FF2B5EF4-FFF2-40B4-BE49-F238E27FC236}">
                <a16:creationId xmlns:a16="http://schemas.microsoft.com/office/drawing/2014/main" id="{A8805961-D5E5-1886-D5ED-31229ABDD0E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alphaModFix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00298" y="156754"/>
            <a:ext cx="1202837" cy="1471749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76200" dist="38100" dir="78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contrasting" dir="t">
              <a:rot lat="0" lon="0" rev="4200000"/>
            </a:lightRig>
          </a:scene3d>
          <a:sp3d prstMaterial="plastic">
            <a:bevelT w="381000" h="114300" prst="relaxedInset"/>
            <a:contourClr>
              <a:srgbClr val="969696"/>
            </a:contourClr>
          </a:sp3d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Picture 4" descr="Logo of the Sri Sathya Sai International Organization | Sri ...">
            <a:extLst>
              <a:ext uri="{FF2B5EF4-FFF2-40B4-BE49-F238E27FC236}">
                <a16:creationId xmlns:a16="http://schemas.microsoft.com/office/drawing/2014/main" id="{45787527-65BE-4D5F-5A5B-37530CA7FEC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634678" y="156754"/>
            <a:ext cx="1461528" cy="1471749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76200" dist="38100" dir="78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contrasting" dir="t">
              <a:rot lat="0" lon="0" rev="4200000"/>
            </a:lightRig>
          </a:scene3d>
          <a:sp3d prstMaterial="plastic">
            <a:bevelT w="381000" h="114300" prst="relaxedInset"/>
            <a:contourClr>
              <a:srgbClr val="969696"/>
            </a:contourClr>
          </a:sp3d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A0DE203E-6FFF-1569-A2FA-336E1B130AF3}"/>
              </a:ext>
            </a:extLst>
          </p:cNvPr>
          <p:cNvSpPr txBox="1"/>
          <p:nvPr/>
        </p:nvSpPr>
        <p:spPr>
          <a:xfrm flipH="1">
            <a:off x="106057" y="6331914"/>
            <a:ext cx="277260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dirty="0">
                <a:solidFill>
                  <a:schemeClr val="accent4">
                    <a:lumMod val="20000"/>
                    <a:lumOff val="80000"/>
                  </a:schemeClr>
                </a:solidFill>
                <a:latin typeface="Algerian" panose="04020705040A02060702" pitchFamily="82" charset="0"/>
              </a:rPr>
              <a:t>LOVE ALL SERVE ALL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A6936E5-A239-E323-D0B9-BAFB2C8E6FEE}"/>
              </a:ext>
            </a:extLst>
          </p:cNvPr>
          <p:cNvSpPr txBox="1"/>
          <p:nvPr/>
        </p:nvSpPr>
        <p:spPr>
          <a:xfrm flipH="1">
            <a:off x="9313334" y="6331914"/>
            <a:ext cx="277260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dirty="0">
                <a:solidFill>
                  <a:schemeClr val="accent4">
                    <a:lumMod val="20000"/>
                    <a:lumOff val="80000"/>
                  </a:schemeClr>
                </a:solidFill>
                <a:latin typeface="Algerian" panose="04020705040A02060702" pitchFamily="82" charset="0"/>
              </a:rPr>
              <a:t>HELP EVER HURT NEVER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751C647-644D-7681-8091-7A624A7C5FD4}"/>
              </a:ext>
            </a:extLst>
          </p:cNvPr>
          <p:cNvSpPr txBox="1"/>
          <p:nvPr/>
        </p:nvSpPr>
        <p:spPr>
          <a:xfrm>
            <a:off x="3014134" y="2198649"/>
            <a:ext cx="6163732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IN" sz="3000" dirty="0">
                <a:solidFill>
                  <a:schemeClr val="accent4">
                    <a:lumMod val="20000"/>
                    <a:lumOff val="80000"/>
                  </a:schemeClr>
                </a:solidFill>
                <a:latin typeface="Britannic Bold" panose="020B0903060703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GROUP 1 </a:t>
            </a:r>
            <a:r>
              <a:rPr lang="en-IN" sz="3000" dirty="0">
                <a:solidFill>
                  <a:schemeClr val="accent4">
                    <a:lumMod val="20000"/>
                    <a:lumOff val="80000"/>
                  </a:schemeClr>
                </a:solidFill>
                <a:latin typeface="Britannic Bold" panose="020B0903060703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  <a:sym typeface="Wingdings" panose="05000000000000000000" pitchFamily="2" charset="2"/>
              </a:rPr>
              <a:t> SLOKAS</a:t>
            </a:r>
            <a:endParaRPr lang="en-IN" sz="3000" dirty="0">
              <a:solidFill>
                <a:schemeClr val="accent4">
                  <a:lumMod val="20000"/>
                  <a:lumOff val="80000"/>
                </a:schemeClr>
              </a:solidFill>
              <a:latin typeface="Britannic Bold" panose="020B0903060703020204" pitchFamily="34" charset="0"/>
              <a:ea typeface="Sans Serif Collection" panose="020B0502040504020204" pitchFamily="34" charset="0"/>
              <a:cs typeface="Sans Serif Collection" panose="020B0502040504020204" pitchFamily="34" charset="0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55BDAD37-FDA3-BD76-402E-6DFE43D14B4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24235120"/>
              </p:ext>
            </p:extLst>
          </p:nvPr>
        </p:nvGraphicFramePr>
        <p:xfrm>
          <a:off x="2032000" y="2997200"/>
          <a:ext cx="8127999" cy="2988732"/>
        </p:xfrm>
        <a:graphic>
          <a:graphicData uri="http://schemas.openxmlformats.org/drawingml/2006/table">
            <a:tbl>
              <a:tblPr firstRow="1" bandRow="1">
                <a:tableStyleId>{69CF1AB2-1976-4502-BF36-3FF5EA218861}</a:tableStyleId>
              </a:tblPr>
              <a:tblGrid>
                <a:gridCol w="2709333">
                  <a:extLst>
                    <a:ext uri="{9D8B030D-6E8A-4147-A177-3AD203B41FA5}">
                      <a16:colId xmlns:a16="http://schemas.microsoft.com/office/drawing/2014/main" val="461909198"/>
                    </a:ext>
                  </a:extLst>
                </a:gridCol>
                <a:gridCol w="2709333">
                  <a:extLst>
                    <a:ext uri="{9D8B030D-6E8A-4147-A177-3AD203B41FA5}">
                      <a16:colId xmlns:a16="http://schemas.microsoft.com/office/drawing/2014/main" val="1814559221"/>
                    </a:ext>
                  </a:extLst>
                </a:gridCol>
                <a:gridCol w="2709333">
                  <a:extLst>
                    <a:ext uri="{9D8B030D-6E8A-4147-A177-3AD203B41FA5}">
                      <a16:colId xmlns:a16="http://schemas.microsoft.com/office/drawing/2014/main" val="2349627817"/>
                    </a:ext>
                  </a:extLst>
                </a:gridCol>
              </a:tblGrid>
              <a:tr h="996244">
                <a:tc>
                  <a:txBody>
                    <a:bodyPr/>
                    <a:lstStyle/>
                    <a:p>
                      <a:pPr algn="ctr">
                        <a:lnSpc>
                          <a:spcPct val="200000"/>
                        </a:lnSpc>
                      </a:pPr>
                      <a:r>
                        <a:rPr lang="en-IN" sz="2500" b="1" dirty="0">
                          <a:latin typeface="Britannic Bold" panose="020B0903060703020204" pitchFamily="34" charset="0"/>
                        </a:rPr>
                        <a:t>1</a:t>
                      </a:r>
                      <a:r>
                        <a:rPr lang="en-IN" sz="2500" b="1" baseline="30000" dirty="0">
                          <a:latin typeface="Britannic Bold" panose="020B0903060703020204" pitchFamily="34" charset="0"/>
                        </a:rPr>
                        <a:t>st</a:t>
                      </a:r>
                      <a:endParaRPr lang="en-IN" sz="2500" b="1" dirty="0">
                        <a:latin typeface="Britannic Bold" panose="020B0903060703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200000"/>
                        </a:lnSpc>
                      </a:pPr>
                      <a:endParaRPr lang="en-IN" sz="1800" b="1" i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200000"/>
                        </a:lnSpc>
                      </a:pPr>
                      <a:endParaRPr lang="en-IN" sz="1800" b="1" i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36360187"/>
                  </a:ext>
                </a:extLst>
              </a:tr>
              <a:tr h="996244">
                <a:tc>
                  <a:txBody>
                    <a:bodyPr/>
                    <a:lstStyle/>
                    <a:p>
                      <a:pPr algn="ctr">
                        <a:lnSpc>
                          <a:spcPct val="200000"/>
                        </a:lnSpc>
                      </a:pPr>
                      <a:r>
                        <a:rPr lang="en-IN" sz="2500" b="1" dirty="0">
                          <a:latin typeface="Britannic Bold" panose="020B0903060703020204" pitchFamily="34" charset="0"/>
                        </a:rPr>
                        <a:t>2</a:t>
                      </a:r>
                      <a:r>
                        <a:rPr lang="en-IN" sz="2500" b="1" baseline="30000" dirty="0">
                          <a:latin typeface="Britannic Bold" panose="020B0903060703020204" pitchFamily="34" charset="0"/>
                        </a:rPr>
                        <a:t>nd</a:t>
                      </a:r>
                      <a:endParaRPr lang="en-IN" sz="2500" b="1" dirty="0">
                        <a:latin typeface="Britannic Bold" panose="020B0903060703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200000"/>
                        </a:lnSpc>
                      </a:pPr>
                      <a:endParaRPr lang="en-IN" sz="1800" b="1" i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200000"/>
                        </a:lnSpc>
                      </a:pPr>
                      <a:endParaRPr lang="en-IN" sz="1800" b="1" i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7442955"/>
                  </a:ext>
                </a:extLst>
              </a:tr>
              <a:tr h="996244">
                <a:tc>
                  <a:txBody>
                    <a:bodyPr/>
                    <a:lstStyle/>
                    <a:p>
                      <a:pPr algn="ctr">
                        <a:lnSpc>
                          <a:spcPct val="200000"/>
                        </a:lnSpc>
                      </a:pPr>
                      <a:r>
                        <a:rPr lang="en-IN" sz="2500" b="1" dirty="0">
                          <a:latin typeface="Britannic Bold" panose="020B0903060703020204" pitchFamily="34" charset="0"/>
                        </a:rPr>
                        <a:t>3</a:t>
                      </a:r>
                      <a:r>
                        <a:rPr lang="en-IN" sz="2500" b="1" baseline="30000" dirty="0">
                          <a:latin typeface="Britannic Bold" panose="020B0903060703020204" pitchFamily="34" charset="0"/>
                        </a:rPr>
                        <a:t>rd</a:t>
                      </a:r>
                      <a:endParaRPr lang="en-IN" sz="2500" b="1" dirty="0">
                        <a:latin typeface="Britannic Bold" panose="020B0903060703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200000"/>
                        </a:lnSpc>
                      </a:pPr>
                      <a:endParaRPr lang="en-IN" sz="1800" b="1" i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200000"/>
                        </a:lnSpc>
                      </a:pPr>
                      <a:endParaRPr lang="en-IN" sz="1800" b="1" i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677416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69508553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3C7C66A-A98E-D44A-7B8C-11645CBEF7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bg-brown - Law Office of Gary B. Leuchtman">
            <a:extLst>
              <a:ext uri="{FF2B5EF4-FFF2-40B4-BE49-F238E27FC236}">
                <a16:creationId xmlns:a16="http://schemas.microsoft.com/office/drawing/2014/main" id="{B57E8631-21CC-58DD-E1D1-08B9B59773F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12192000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289DA80C-5DE8-C302-6B57-11C020C8131B}"/>
              </a:ext>
            </a:extLst>
          </p:cNvPr>
          <p:cNvSpPr txBox="1"/>
          <p:nvPr/>
        </p:nvSpPr>
        <p:spPr>
          <a:xfrm>
            <a:off x="47897" y="74991"/>
            <a:ext cx="12096206" cy="212365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N" sz="1600" dirty="0">
                <a:solidFill>
                  <a:schemeClr val="bg1"/>
                </a:solidFill>
                <a:latin typeface="Algerian" panose="04020705040A02060702" pitchFamily="82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AUM SRI SAIRAM</a:t>
            </a:r>
          </a:p>
          <a:p>
            <a:pPr algn="ctr"/>
            <a:r>
              <a:rPr lang="en-IN" sz="2800" b="1" dirty="0">
                <a:solidFill>
                  <a:schemeClr val="accent6">
                    <a:lumMod val="20000"/>
                    <a:lumOff val="80000"/>
                  </a:schemeClr>
                </a:solidFill>
                <a:latin typeface="Algerian" panose="04020705040A02060702" pitchFamily="82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SRI SATHYA SAI SEVA ORGANISATIONS (INDIA)</a:t>
            </a:r>
          </a:p>
          <a:p>
            <a:pPr algn="ctr"/>
            <a:r>
              <a:rPr lang="en-IN" sz="2800" b="1" dirty="0">
                <a:solidFill>
                  <a:schemeClr val="accent6">
                    <a:lumMod val="20000"/>
                    <a:lumOff val="80000"/>
                  </a:schemeClr>
                </a:solidFill>
                <a:latin typeface="Algerian" panose="04020705040A02060702" pitchFamily="82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KANCHIPURAM SOUTH</a:t>
            </a:r>
          </a:p>
          <a:p>
            <a:pPr algn="ctr"/>
            <a:r>
              <a:rPr lang="en-IN" sz="2800" dirty="0">
                <a:solidFill>
                  <a:schemeClr val="accent4">
                    <a:lumMod val="60000"/>
                    <a:lumOff val="40000"/>
                  </a:schemeClr>
                </a:solidFill>
                <a:latin typeface="Algerian" panose="04020705040A02060702" pitchFamily="82" charset="0"/>
              </a:rPr>
              <a:t>DISTRICT LEVEL BALVIKAS TALENT SEARCH</a:t>
            </a:r>
          </a:p>
          <a:p>
            <a:pPr algn="ctr"/>
            <a:r>
              <a:rPr lang="en-IN" sz="2800" dirty="0">
                <a:solidFill>
                  <a:schemeClr val="accent4">
                    <a:lumMod val="60000"/>
                    <a:lumOff val="40000"/>
                  </a:schemeClr>
                </a:solidFill>
                <a:latin typeface="Algerian" panose="04020705040A02060702" pitchFamily="82" charset="0"/>
              </a:rPr>
              <a:t> (DLBTS - 2025)</a:t>
            </a:r>
          </a:p>
        </p:txBody>
      </p:sp>
      <p:pic>
        <p:nvPicPr>
          <p:cNvPr id="6" name="Picture 4" descr="Sathya Sai Babas birthday ...">
            <a:extLst>
              <a:ext uri="{FF2B5EF4-FFF2-40B4-BE49-F238E27FC236}">
                <a16:creationId xmlns:a16="http://schemas.microsoft.com/office/drawing/2014/main" id="{702C6C89-595E-BA36-6D88-B31E30B87AE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alphaModFix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00298" y="156754"/>
            <a:ext cx="1202837" cy="1471749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76200" dist="38100" dir="78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contrasting" dir="t">
              <a:rot lat="0" lon="0" rev="4200000"/>
            </a:lightRig>
          </a:scene3d>
          <a:sp3d prstMaterial="plastic">
            <a:bevelT w="381000" h="114300" prst="relaxedInset"/>
            <a:contourClr>
              <a:srgbClr val="969696"/>
            </a:contourClr>
          </a:sp3d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Picture 4" descr="Logo of the Sri Sathya Sai International Organization | Sri ...">
            <a:extLst>
              <a:ext uri="{FF2B5EF4-FFF2-40B4-BE49-F238E27FC236}">
                <a16:creationId xmlns:a16="http://schemas.microsoft.com/office/drawing/2014/main" id="{46455217-9194-D592-A62C-04659AD2559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634678" y="156754"/>
            <a:ext cx="1461528" cy="1471749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76200" dist="38100" dir="78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contrasting" dir="t">
              <a:rot lat="0" lon="0" rev="4200000"/>
            </a:lightRig>
          </a:scene3d>
          <a:sp3d prstMaterial="plastic">
            <a:bevelT w="381000" h="114300" prst="relaxedInset"/>
            <a:contourClr>
              <a:srgbClr val="969696"/>
            </a:contourClr>
          </a:sp3d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17E4AD23-7543-4C5E-601E-CD3DA49245D8}"/>
              </a:ext>
            </a:extLst>
          </p:cNvPr>
          <p:cNvSpPr txBox="1"/>
          <p:nvPr/>
        </p:nvSpPr>
        <p:spPr>
          <a:xfrm flipH="1">
            <a:off x="106057" y="6331914"/>
            <a:ext cx="277260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dirty="0">
                <a:solidFill>
                  <a:schemeClr val="accent4">
                    <a:lumMod val="20000"/>
                    <a:lumOff val="80000"/>
                  </a:schemeClr>
                </a:solidFill>
                <a:latin typeface="Algerian" panose="04020705040A02060702" pitchFamily="82" charset="0"/>
              </a:rPr>
              <a:t>LOVE ALL SERVE ALL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6F3054B-06AF-474E-D08D-66C816C26E5A}"/>
              </a:ext>
            </a:extLst>
          </p:cNvPr>
          <p:cNvSpPr txBox="1"/>
          <p:nvPr/>
        </p:nvSpPr>
        <p:spPr>
          <a:xfrm flipH="1">
            <a:off x="9313334" y="6331914"/>
            <a:ext cx="277260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dirty="0">
                <a:solidFill>
                  <a:schemeClr val="accent4">
                    <a:lumMod val="20000"/>
                    <a:lumOff val="80000"/>
                  </a:schemeClr>
                </a:solidFill>
                <a:latin typeface="Algerian" panose="04020705040A02060702" pitchFamily="82" charset="0"/>
              </a:rPr>
              <a:t>HELP EVER HURT NEVER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5C3FF5E-980F-4A04-BB5A-923D7ABDD2EA}"/>
              </a:ext>
            </a:extLst>
          </p:cNvPr>
          <p:cNvSpPr txBox="1"/>
          <p:nvPr/>
        </p:nvSpPr>
        <p:spPr>
          <a:xfrm>
            <a:off x="3014134" y="2198649"/>
            <a:ext cx="6163732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IN" sz="3000" dirty="0">
                <a:solidFill>
                  <a:schemeClr val="accent4">
                    <a:lumMod val="20000"/>
                    <a:lumOff val="80000"/>
                  </a:schemeClr>
                </a:solidFill>
                <a:latin typeface="Britannic Bold" panose="020B0903060703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GROUP 1 </a:t>
            </a:r>
            <a:r>
              <a:rPr lang="en-IN" sz="3000" dirty="0">
                <a:solidFill>
                  <a:schemeClr val="accent4">
                    <a:lumMod val="20000"/>
                    <a:lumOff val="80000"/>
                  </a:schemeClr>
                </a:solidFill>
                <a:latin typeface="Britannic Bold" panose="020B0903060703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  <a:sym typeface="Wingdings" panose="05000000000000000000" pitchFamily="2" charset="2"/>
              </a:rPr>
              <a:t> VEDAM</a:t>
            </a:r>
            <a:endParaRPr lang="en-IN" sz="3000" dirty="0">
              <a:solidFill>
                <a:schemeClr val="accent4">
                  <a:lumMod val="20000"/>
                  <a:lumOff val="80000"/>
                </a:schemeClr>
              </a:solidFill>
              <a:latin typeface="Britannic Bold" panose="020B0903060703020204" pitchFamily="34" charset="0"/>
              <a:ea typeface="Sans Serif Collection" panose="020B0502040504020204" pitchFamily="34" charset="0"/>
              <a:cs typeface="Sans Serif Collection" panose="020B0502040504020204" pitchFamily="34" charset="0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40CFF6DA-05FB-035F-34AB-760F87B4486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24235120"/>
              </p:ext>
            </p:extLst>
          </p:nvPr>
        </p:nvGraphicFramePr>
        <p:xfrm>
          <a:off x="2032000" y="2997200"/>
          <a:ext cx="8127999" cy="2988732"/>
        </p:xfrm>
        <a:graphic>
          <a:graphicData uri="http://schemas.openxmlformats.org/drawingml/2006/table">
            <a:tbl>
              <a:tblPr firstRow="1" bandRow="1">
                <a:tableStyleId>{69CF1AB2-1976-4502-BF36-3FF5EA218861}</a:tableStyleId>
              </a:tblPr>
              <a:tblGrid>
                <a:gridCol w="2709333">
                  <a:extLst>
                    <a:ext uri="{9D8B030D-6E8A-4147-A177-3AD203B41FA5}">
                      <a16:colId xmlns:a16="http://schemas.microsoft.com/office/drawing/2014/main" val="461909198"/>
                    </a:ext>
                  </a:extLst>
                </a:gridCol>
                <a:gridCol w="2709333">
                  <a:extLst>
                    <a:ext uri="{9D8B030D-6E8A-4147-A177-3AD203B41FA5}">
                      <a16:colId xmlns:a16="http://schemas.microsoft.com/office/drawing/2014/main" val="1814559221"/>
                    </a:ext>
                  </a:extLst>
                </a:gridCol>
                <a:gridCol w="2709333">
                  <a:extLst>
                    <a:ext uri="{9D8B030D-6E8A-4147-A177-3AD203B41FA5}">
                      <a16:colId xmlns:a16="http://schemas.microsoft.com/office/drawing/2014/main" val="2349627817"/>
                    </a:ext>
                  </a:extLst>
                </a:gridCol>
              </a:tblGrid>
              <a:tr h="996244">
                <a:tc>
                  <a:txBody>
                    <a:bodyPr/>
                    <a:lstStyle/>
                    <a:p>
                      <a:pPr algn="ctr">
                        <a:lnSpc>
                          <a:spcPct val="200000"/>
                        </a:lnSpc>
                      </a:pPr>
                      <a:r>
                        <a:rPr lang="en-IN" sz="2500" b="1" dirty="0">
                          <a:latin typeface="Britannic Bold" panose="020B0903060703020204" pitchFamily="34" charset="0"/>
                        </a:rPr>
                        <a:t>1</a:t>
                      </a:r>
                      <a:r>
                        <a:rPr lang="en-IN" sz="2500" b="1" baseline="30000" dirty="0">
                          <a:latin typeface="Britannic Bold" panose="020B0903060703020204" pitchFamily="34" charset="0"/>
                        </a:rPr>
                        <a:t>st</a:t>
                      </a:r>
                      <a:endParaRPr lang="en-IN" sz="2500" b="1" dirty="0">
                        <a:latin typeface="Britannic Bold" panose="020B0903060703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200000"/>
                        </a:lnSpc>
                      </a:pPr>
                      <a:endParaRPr lang="en-IN" sz="1800" b="1" i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200000"/>
                        </a:lnSpc>
                      </a:pPr>
                      <a:endParaRPr lang="en-IN" sz="1800" b="1" i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36360187"/>
                  </a:ext>
                </a:extLst>
              </a:tr>
              <a:tr h="996244">
                <a:tc>
                  <a:txBody>
                    <a:bodyPr/>
                    <a:lstStyle/>
                    <a:p>
                      <a:pPr algn="ctr">
                        <a:lnSpc>
                          <a:spcPct val="200000"/>
                        </a:lnSpc>
                      </a:pPr>
                      <a:r>
                        <a:rPr lang="en-IN" sz="2500" b="1" dirty="0">
                          <a:latin typeface="Britannic Bold" panose="020B0903060703020204" pitchFamily="34" charset="0"/>
                        </a:rPr>
                        <a:t>2</a:t>
                      </a:r>
                      <a:r>
                        <a:rPr lang="en-IN" sz="2500" b="1" baseline="30000" dirty="0">
                          <a:latin typeface="Britannic Bold" panose="020B0903060703020204" pitchFamily="34" charset="0"/>
                        </a:rPr>
                        <a:t>nd</a:t>
                      </a:r>
                      <a:endParaRPr lang="en-IN" sz="2500" b="1" dirty="0">
                        <a:latin typeface="Britannic Bold" panose="020B0903060703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200000"/>
                        </a:lnSpc>
                      </a:pPr>
                      <a:endParaRPr lang="en-IN" sz="1800" b="1" i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200000"/>
                        </a:lnSpc>
                      </a:pPr>
                      <a:endParaRPr lang="en-IN" sz="1800" b="1" i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7442955"/>
                  </a:ext>
                </a:extLst>
              </a:tr>
              <a:tr h="996244">
                <a:tc>
                  <a:txBody>
                    <a:bodyPr/>
                    <a:lstStyle/>
                    <a:p>
                      <a:pPr algn="ctr">
                        <a:lnSpc>
                          <a:spcPct val="200000"/>
                        </a:lnSpc>
                      </a:pPr>
                      <a:r>
                        <a:rPr lang="en-IN" sz="2500" b="1" dirty="0">
                          <a:latin typeface="Britannic Bold" panose="020B0903060703020204" pitchFamily="34" charset="0"/>
                        </a:rPr>
                        <a:t>3</a:t>
                      </a:r>
                      <a:r>
                        <a:rPr lang="en-IN" sz="2500" b="1" baseline="30000" dirty="0">
                          <a:latin typeface="Britannic Bold" panose="020B0903060703020204" pitchFamily="34" charset="0"/>
                        </a:rPr>
                        <a:t>rd</a:t>
                      </a:r>
                      <a:endParaRPr lang="en-IN" sz="2500" b="1" dirty="0">
                        <a:latin typeface="Britannic Bold" panose="020B0903060703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200000"/>
                        </a:lnSpc>
                      </a:pPr>
                      <a:endParaRPr lang="en-IN" sz="1800" b="1" i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200000"/>
                        </a:lnSpc>
                      </a:pPr>
                      <a:endParaRPr lang="en-IN" sz="1800" b="1" i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677416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97682976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806C44-CC3F-A8D0-2794-6DFCDAF1FB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bg-brown - Law Office of Gary B. Leuchtman">
            <a:extLst>
              <a:ext uri="{FF2B5EF4-FFF2-40B4-BE49-F238E27FC236}">
                <a16:creationId xmlns:a16="http://schemas.microsoft.com/office/drawing/2014/main" id="{58D00A59-4E9F-D372-37CB-4FADB91462B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12192000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930F122E-5F64-FCE6-9524-B4FF51631575}"/>
              </a:ext>
            </a:extLst>
          </p:cNvPr>
          <p:cNvSpPr txBox="1"/>
          <p:nvPr/>
        </p:nvSpPr>
        <p:spPr>
          <a:xfrm>
            <a:off x="47897" y="74991"/>
            <a:ext cx="12096206" cy="212365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N" sz="1600" dirty="0">
                <a:solidFill>
                  <a:schemeClr val="bg1"/>
                </a:solidFill>
                <a:latin typeface="Algerian" panose="04020705040A02060702" pitchFamily="82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AUM SRI SAIRAM</a:t>
            </a:r>
          </a:p>
          <a:p>
            <a:pPr algn="ctr"/>
            <a:r>
              <a:rPr lang="en-IN" sz="2800" b="1" dirty="0">
                <a:solidFill>
                  <a:schemeClr val="accent6">
                    <a:lumMod val="20000"/>
                    <a:lumOff val="80000"/>
                  </a:schemeClr>
                </a:solidFill>
                <a:latin typeface="Algerian" panose="04020705040A02060702" pitchFamily="82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SRI SATHYA SAI SEVA ORGANISATIONS (INDIA)</a:t>
            </a:r>
          </a:p>
          <a:p>
            <a:pPr algn="ctr"/>
            <a:r>
              <a:rPr lang="en-IN" sz="2800" b="1" dirty="0">
                <a:solidFill>
                  <a:schemeClr val="accent6">
                    <a:lumMod val="20000"/>
                    <a:lumOff val="80000"/>
                  </a:schemeClr>
                </a:solidFill>
                <a:latin typeface="Algerian" panose="04020705040A02060702" pitchFamily="82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KANCHIPURAM SOUTH</a:t>
            </a:r>
          </a:p>
          <a:p>
            <a:pPr algn="ctr"/>
            <a:r>
              <a:rPr lang="en-IN" sz="2800" dirty="0">
                <a:solidFill>
                  <a:schemeClr val="accent4">
                    <a:lumMod val="60000"/>
                    <a:lumOff val="40000"/>
                  </a:schemeClr>
                </a:solidFill>
                <a:latin typeface="Algerian" panose="04020705040A02060702" pitchFamily="82" charset="0"/>
              </a:rPr>
              <a:t>DISTRICT LEVEL BALVIKAS TALENT SEARCH</a:t>
            </a:r>
          </a:p>
          <a:p>
            <a:pPr algn="ctr"/>
            <a:r>
              <a:rPr lang="en-IN" sz="2800" dirty="0">
                <a:solidFill>
                  <a:schemeClr val="accent4">
                    <a:lumMod val="60000"/>
                    <a:lumOff val="40000"/>
                  </a:schemeClr>
                </a:solidFill>
                <a:latin typeface="Algerian" panose="04020705040A02060702" pitchFamily="82" charset="0"/>
              </a:rPr>
              <a:t> (DLBTS - 2025)</a:t>
            </a:r>
          </a:p>
        </p:txBody>
      </p:sp>
      <p:pic>
        <p:nvPicPr>
          <p:cNvPr id="6" name="Picture 4" descr="Sathya Sai Babas birthday ...">
            <a:extLst>
              <a:ext uri="{FF2B5EF4-FFF2-40B4-BE49-F238E27FC236}">
                <a16:creationId xmlns:a16="http://schemas.microsoft.com/office/drawing/2014/main" id="{FE1486ED-3C61-0F11-E608-5A2D807756B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alphaModFix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00298" y="156754"/>
            <a:ext cx="1202837" cy="1471749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76200" dist="38100" dir="78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contrasting" dir="t">
              <a:rot lat="0" lon="0" rev="4200000"/>
            </a:lightRig>
          </a:scene3d>
          <a:sp3d prstMaterial="plastic">
            <a:bevelT w="381000" h="114300" prst="relaxedInset"/>
            <a:contourClr>
              <a:srgbClr val="969696"/>
            </a:contourClr>
          </a:sp3d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Picture 4" descr="Logo of the Sri Sathya Sai International Organization | Sri ...">
            <a:extLst>
              <a:ext uri="{FF2B5EF4-FFF2-40B4-BE49-F238E27FC236}">
                <a16:creationId xmlns:a16="http://schemas.microsoft.com/office/drawing/2014/main" id="{58C75228-91CA-3137-1566-04A7A20FA47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634678" y="156754"/>
            <a:ext cx="1461528" cy="1471749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76200" dist="38100" dir="78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contrasting" dir="t">
              <a:rot lat="0" lon="0" rev="4200000"/>
            </a:lightRig>
          </a:scene3d>
          <a:sp3d prstMaterial="plastic">
            <a:bevelT w="381000" h="114300" prst="relaxedInset"/>
            <a:contourClr>
              <a:srgbClr val="969696"/>
            </a:contourClr>
          </a:sp3d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26B6DE92-27B4-0AA7-0978-D441DE538789}"/>
              </a:ext>
            </a:extLst>
          </p:cNvPr>
          <p:cNvSpPr txBox="1"/>
          <p:nvPr/>
        </p:nvSpPr>
        <p:spPr>
          <a:xfrm flipH="1">
            <a:off x="106057" y="6331914"/>
            <a:ext cx="277260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dirty="0">
                <a:solidFill>
                  <a:schemeClr val="accent4">
                    <a:lumMod val="20000"/>
                    <a:lumOff val="80000"/>
                  </a:schemeClr>
                </a:solidFill>
                <a:latin typeface="Algerian" panose="04020705040A02060702" pitchFamily="82" charset="0"/>
              </a:rPr>
              <a:t>LOVE ALL SERVE ALL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CAA8508-15EA-E733-6DA9-76565D021D23}"/>
              </a:ext>
            </a:extLst>
          </p:cNvPr>
          <p:cNvSpPr txBox="1"/>
          <p:nvPr/>
        </p:nvSpPr>
        <p:spPr>
          <a:xfrm flipH="1">
            <a:off x="9313334" y="6331914"/>
            <a:ext cx="277260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dirty="0">
                <a:solidFill>
                  <a:schemeClr val="accent4">
                    <a:lumMod val="20000"/>
                    <a:lumOff val="80000"/>
                  </a:schemeClr>
                </a:solidFill>
                <a:latin typeface="Algerian" panose="04020705040A02060702" pitchFamily="82" charset="0"/>
              </a:rPr>
              <a:t>HELP EVER HURT NEVER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9B073CA-D174-8053-3817-9DDDD0960DC5}"/>
              </a:ext>
            </a:extLst>
          </p:cNvPr>
          <p:cNvSpPr txBox="1"/>
          <p:nvPr/>
        </p:nvSpPr>
        <p:spPr>
          <a:xfrm>
            <a:off x="2922454" y="2198649"/>
            <a:ext cx="6163732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IN" sz="3000" dirty="0">
                <a:solidFill>
                  <a:schemeClr val="accent4">
                    <a:lumMod val="20000"/>
                    <a:lumOff val="80000"/>
                  </a:schemeClr>
                </a:solidFill>
                <a:latin typeface="Britannic Bold" panose="020B0903060703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GROUP 1 </a:t>
            </a:r>
            <a:r>
              <a:rPr lang="en-IN" sz="3000" dirty="0">
                <a:solidFill>
                  <a:schemeClr val="accent4">
                    <a:lumMod val="20000"/>
                    <a:lumOff val="80000"/>
                  </a:schemeClr>
                </a:solidFill>
                <a:latin typeface="Britannic Bold" panose="020B0903060703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  <a:sym typeface="Wingdings" panose="05000000000000000000" pitchFamily="2" charset="2"/>
              </a:rPr>
              <a:t> TAMIZH CHANTS</a:t>
            </a:r>
            <a:endParaRPr lang="en-IN" sz="3000" dirty="0">
              <a:solidFill>
                <a:schemeClr val="accent4">
                  <a:lumMod val="20000"/>
                  <a:lumOff val="80000"/>
                </a:schemeClr>
              </a:solidFill>
              <a:latin typeface="Britannic Bold" panose="020B0903060703020204" pitchFamily="34" charset="0"/>
              <a:ea typeface="Sans Serif Collection" panose="020B0502040504020204" pitchFamily="34" charset="0"/>
              <a:cs typeface="Sans Serif Collection" panose="020B0502040504020204" pitchFamily="34" charset="0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36BD4130-345E-3E2D-58B5-6FD7FCAFA13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24235120"/>
              </p:ext>
            </p:extLst>
          </p:nvPr>
        </p:nvGraphicFramePr>
        <p:xfrm>
          <a:off x="2032000" y="2997200"/>
          <a:ext cx="8127999" cy="2988732"/>
        </p:xfrm>
        <a:graphic>
          <a:graphicData uri="http://schemas.openxmlformats.org/drawingml/2006/table">
            <a:tbl>
              <a:tblPr firstRow="1" bandRow="1">
                <a:tableStyleId>{69CF1AB2-1976-4502-BF36-3FF5EA218861}</a:tableStyleId>
              </a:tblPr>
              <a:tblGrid>
                <a:gridCol w="2709333">
                  <a:extLst>
                    <a:ext uri="{9D8B030D-6E8A-4147-A177-3AD203B41FA5}">
                      <a16:colId xmlns:a16="http://schemas.microsoft.com/office/drawing/2014/main" val="461909198"/>
                    </a:ext>
                  </a:extLst>
                </a:gridCol>
                <a:gridCol w="2709333">
                  <a:extLst>
                    <a:ext uri="{9D8B030D-6E8A-4147-A177-3AD203B41FA5}">
                      <a16:colId xmlns:a16="http://schemas.microsoft.com/office/drawing/2014/main" val="1814559221"/>
                    </a:ext>
                  </a:extLst>
                </a:gridCol>
                <a:gridCol w="2709333">
                  <a:extLst>
                    <a:ext uri="{9D8B030D-6E8A-4147-A177-3AD203B41FA5}">
                      <a16:colId xmlns:a16="http://schemas.microsoft.com/office/drawing/2014/main" val="2349627817"/>
                    </a:ext>
                  </a:extLst>
                </a:gridCol>
              </a:tblGrid>
              <a:tr h="996244">
                <a:tc>
                  <a:txBody>
                    <a:bodyPr/>
                    <a:lstStyle/>
                    <a:p>
                      <a:pPr algn="ctr">
                        <a:lnSpc>
                          <a:spcPct val="200000"/>
                        </a:lnSpc>
                      </a:pPr>
                      <a:r>
                        <a:rPr lang="en-IN" sz="2500" b="1" dirty="0">
                          <a:latin typeface="Britannic Bold" panose="020B0903060703020204" pitchFamily="34" charset="0"/>
                        </a:rPr>
                        <a:t>1</a:t>
                      </a:r>
                      <a:r>
                        <a:rPr lang="en-IN" sz="2500" b="1" baseline="30000" dirty="0">
                          <a:latin typeface="Britannic Bold" panose="020B0903060703020204" pitchFamily="34" charset="0"/>
                        </a:rPr>
                        <a:t>st</a:t>
                      </a:r>
                      <a:endParaRPr lang="en-IN" sz="2500" b="1" dirty="0">
                        <a:latin typeface="Britannic Bold" panose="020B0903060703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200000"/>
                        </a:lnSpc>
                      </a:pPr>
                      <a:endParaRPr lang="en-IN" sz="1800" b="1" i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200000"/>
                        </a:lnSpc>
                      </a:pPr>
                      <a:endParaRPr lang="en-IN" sz="1800" b="1" i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36360187"/>
                  </a:ext>
                </a:extLst>
              </a:tr>
              <a:tr h="996244">
                <a:tc>
                  <a:txBody>
                    <a:bodyPr/>
                    <a:lstStyle/>
                    <a:p>
                      <a:pPr algn="ctr">
                        <a:lnSpc>
                          <a:spcPct val="200000"/>
                        </a:lnSpc>
                      </a:pPr>
                      <a:r>
                        <a:rPr lang="en-IN" sz="2500" b="1" dirty="0">
                          <a:latin typeface="Britannic Bold" panose="020B0903060703020204" pitchFamily="34" charset="0"/>
                        </a:rPr>
                        <a:t>2</a:t>
                      </a:r>
                      <a:r>
                        <a:rPr lang="en-IN" sz="2500" b="1" baseline="30000" dirty="0">
                          <a:latin typeface="Britannic Bold" panose="020B0903060703020204" pitchFamily="34" charset="0"/>
                        </a:rPr>
                        <a:t>nd</a:t>
                      </a:r>
                      <a:endParaRPr lang="en-IN" sz="2500" b="1" dirty="0">
                        <a:latin typeface="Britannic Bold" panose="020B0903060703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200000"/>
                        </a:lnSpc>
                      </a:pPr>
                      <a:endParaRPr lang="en-IN" sz="1800" b="1" i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200000"/>
                        </a:lnSpc>
                      </a:pPr>
                      <a:endParaRPr lang="en-IN" sz="1800" b="1" i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7442955"/>
                  </a:ext>
                </a:extLst>
              </a:tr>
              <a:tr h="996244">
                <a:tc>
                  <a:txBody>
                    <a:bodyPr/>
                    <a:lstStyle/>
                    <a:p>
                      <a:pPr algn="ctr">
                        <a:lnSpc>
                          <a:spcPct val="200000"/>
                        </a:lnSpc>
                      </a:pPr>
                      <a:r>
                        <a:rPr lang="en-IN" sz="2500" b="1" dirty="0">
                          <a:latin typeface="Britannic Bold" panose="020B0903060703020204" pitchFamily="34" charset="0"/>
                        </a:rPr>
                        <a:t>3</a:t>
                      </a:r>
                      <a:r>
                        <a:rPr lang="en-IN" sz="2500" b="1" baseline="30000" dirty="0">
                          <a:latin typeface="Britannic Bold" panose="020B0903060703020204" pitchFamily="34" charset="0"/>
                        </a:rPr>
                        <a:t>rd</a:t>
                      </a:r>
                      <a:endParaRPr lang="en-IN" sz="2500" b="1" dirty="0">
                        <a:latin typeface="Britannic Bold" panose="020B0903060703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200000"/>
                        </a:lnSpc>
                      </a:pPr>
                      <a:endParaRPr lang="en-IN" sz="1800" b="1" i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200000"/>
                        </a:lnSpc>
                      </a:pPr>
                      <a:endParaRPr lang="en-IN" sz="1800" b="1" i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677416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09091273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D557EE-3424-BA12-A801-E99A193CEC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bg-brown - Law Office of Gary B. Leuchtman">
            <a:extLst>
              <a:ext uri="{FF2B5EF4-FFF2-40B4-BE49-F238E27FC236}">
                <a16:creationId xmlns:a16="http://schemas.microsoft.com/office/drawing/2014/main" id="{2A2C9783-A22A-706F-2C03-E38188851CF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12192000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336C2ED5-92D6-1847-4B7E-2C1FF65C4937}"/>
              </a:ext>
            </a:extLst>
          </p:cNvPr>
          <p:cNvSpPr txBox="1"/>
          <p:nvPr/>
        </p:nvSpPr>
        <p:spPr>
          <a:xfrm>
            <a:off x="47897" y="74991"/>
            <a:ext cx="12096206" cy="212365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N" sz="1600" dirty="0">
                <a:solidFill>
                  <a:schemeClr val="bg1"/>
                </a:solidFill>
                <a:latin typeface="Algerian" panose="04020705040A02060702" pitchFamily="82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AUM SRI SAIRAM</a:t>
            </a:r>
          </a:p>
          <a:p>
            <a:pPr algn="ctr"/>
            <a:r>
              <a:rPr lang="en-IN" sz="2800" b="1" dirty="0">
                <a:solidFill>
                  <a:schemeClr val="accent6">
                    <a:lumMod val="20000"/>
                    <a:lumOff val="80000"/>
                  </a:schemeClr>
                </a:solidFill>
                <a:latin typeface="Algerian" panose="04020705040A02060702" pitchFamily="82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SRI SATHYA SAI SEVA ORGANISATIONS (INDIA)</a:t>
            </a:r>
          </a:p>
          <a:p>
            <a:pPr algn="ctr"/>
            <a:r>
              <a:rPr lang="en-IN" sz="2800" b="1" dirty="0">
                <a:solidFill>
                  <a:schemeClr val="accent6">
                    <a:lumMod val="20000"/>
                    <a:lumOff val="80000"/>
                  </a:schemeClr>
                </a:solidFill>
                <a:latin typeface="Algerian" panose="04020705040A02060702" pitchFamily="82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KANCHIPURAM SOUTH</a:t>
            </a:r>
          </a:p>
          <a:p>
            <a:pPr algn="ctr"/>
            <a:r>
              <a:rPr lang="en-IN" sz="2800" dirty="0">
                <a:solidFill>
                  <a:schemeClr val="accent4">
                    <a:lumMod val="60000"/>
                    <a:lumOff val="40000"/>
                  </a:schemeClr>
                </a:solidFill>
                <a:latin typeface="Algerian" panose="04020705040A02060702" pitchFamily="82" charset="0"/>
              </a:rPr>
              <a:t>DISTRICT LEVEL BALVIKAS TALENT SEARCH</a:t>
            </a:r>
          </a:p>
          <a:p>
            <a:pPr algn="ctr"/>
            <a:r>
              <a:rPr lang="en-IN" sz="2800" dirty="0">
                <a:solidFill>
                  <a:schemeClr val="accent4">
                    <a:lumMod val="60000"/>
                    <a:lumOff val="40000"/>
                  </a:schemeClr>
                </a:solidFill>
                <a:latin typeface="Algerian" panose="04020705040A02060702" pitchFamily="82" charset="0"/>
              </a:rPr>
              <a:t> (DLBTS - 2025)</a:t>
            </a:r>
          </a:p>
        </p:txBody>
      </p:sp>
      <p:pic>
        <p:nvPicPr>
          <p:cNvPr id="6" name="Picture 4" descr="Sathya Sai Babas birthday ...">
            <a:extLst>
              <a:ext uri="{FF2B5EF4-FFF2-40B4-BE49-F238E27FC236}">
                <a16:creationId xmlns:a16="http://schemas.microsoft.com/office/drawing/2014/main" id="{31450C38-2E5D-0499-9371-C27013E2012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alphaModFix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00298" y="156754"/>
            <a:ext cx="1202837" cy="1471749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76200" dist="38100" dir="78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contrasting" dir="t">
              <a:rot lat="0" lon="0" rev="4200000"/>
            </a:lightRig>
          </a:scene3d>
          <a:sp3d prstMaterial="plastic">
            <a:bevelT w="381000" h="114300" prst="relaxedInset"/>
            <a:contourClr>
              <a:srgbClr val="969696"/>
            </a:contourClr>
          </a:sp3d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Picture 4" descr="Logo of the Sri Sathya Sai International Organization | Sri ...">
            <a:extLst>
              <a:ext uri="{FF2B5EF4-FFF2-40B4-BE49-F238E27FC236}">
                <a16:creationId xmlns:a16="http://schemas.microsoft.com/office/drawing/2014/main" id="{80E693B0-9F3B-02F3-C34F-0AB6C49E135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634678" y="156754"/>
            <a:ext cx="1461528" cy="1471749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76200" dist="38100" dir="78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contrasting" dir="t">
              <a:rot lat="0" lon="0" rev="4200000"/>
            </a:lightRig>
          </a:scene3d>
          <a:sp3d prstMaterial="plastic">
            <a:bevelT w="381000" h="114300" prst="relaxedInset"/>
            <a:contourClr>
              <a:srgbClr val="969696"/>
            </a:contourClr>
          </a:sp3d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07B49125-4904-B716-10BB-E8F27A83E2F1}"/>
              </a:ext>
            </a:extLst>
          </p:cNvPr>
          <p:cNvSpPr txBox="1"/>
          <p:nvPr/>
        </p:nvSpPr>
        <p:spPr>
          <a:xfrm flipH="1">
            <a:off x="106057" y="6331914"/>
            <a:ext cx="277260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dirty="0">
                <a:solidFill>
                  <a:schemeClr val="accent4">
                    <a:lumMod val="20000"/>
                    <a:lumOff val="80000"/>
                  </a:schemeClr>
                </a:solidFill>
                <a:latin typeface="Algerian" panose="04020705040A02060702" pitchFamily="82" charset="0"/>
              </a:rPr>
              <a:t>LOVE ALL SERVE ALL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F1FB939-9EA3-76FA-93A6-905F9CD2E526}"/>
              </a:ext>
            </a:extLst>
          </p:cNvPr>
          <p:cNvSpPr txBox="1"/>
          <p:nvPr/>
        </p:nvSpPr>
        <p:spPr>
          <a:xfrm flipH="1">
            <a:off x="9313334" y="6331914"/>
            <a:ext cx="277260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dirty="0">
                <a:solidFill>
                  <a:schemeClr val="accent4">
                    <a:lumMod val="20000"/>
                    <a:lumOff val="80000"/>
                  </a:schemeClr>
                </a:solidFill>
                <a:latin typeface="Algerian" panose="04020705040A02060702" pitchFamily="82" charset="0"/>
              </a:rPr>
              <a:t>HELP EVER HURT NEVER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39B98CF-1413-F92A-CEC9-C980C135A78E}"/>
              </a:ext>
            </a:extLst>
          </p:cNvPr>
          <p:cNvSpPr txBox="1"/>
          <p:nvPr/>
        </p:nvSpPr>
        <p:spPr>
          <a:xfrm>
            <a:off x="2391832" y="2043926"/>
            <a:ext cx="7408334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IN" sz="3000" dirty="0">
                <a:solidFill>
                  <a:schemeClr val="accent4">
                    <a:lumMod val="20000"/>
                    <a:lumOff val="80000"/>
                  </a:schemeClr>
                </a:solidFill>
                <a:latin typeface="Britannic Bold" panose="020B0903060703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GROUP 1 </a:t>
            </a:r>
            <a:r>
              <a:rPr lang="en-IN" sz="3000" dirty="0">
                <a:solidFill>
                  <a:schemeClr val="accent4">
                    <a:lumMod val="20000"/>
                    <a:lumOff val="80000"/>
                  </a:schemeClr>
                </a:solidFill>
                <a:latin typeface="Britannic Bold" panose="020B0903060703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  <a:sym typeface="Wingdings" panose="05000000000000000000" pitchFamily="2" charset="2"/>
              </a:rPr>
              <a:t> STORY TELLING (ENGLISH)</a:t>
            </a:r>
            <a:endParaRPr lang="en-IN" sz="3000" dirty="0">
              <a:solidFill>
                <a:schemeClr val="accent4">
                  <a:lumMod val="20000"/>
                  <a:lumOff val="80000"/>
                </a:schemeClr>
              </a:solidFill>
              <a:latin typeface="Britannic Bold" panose="020B0903060703020204" pitchFamily="34" charset="0"/>
              <a:ea typeface="Sans Serif Collection" panose="020B0502040504020204" pitchFamily="34" charset="0"/>
              <a:cs typeface="Sans Serif Collection" panose="020B0502040504020204" pitchFamily="34" charset="0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4404C22F-0FB2-B089-BF9E-9BB048407C0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24235120"/>
              </p:ext>
            </p:extLst>
          </p:nvPr>
        </p:nvGraphicFramePr>
        <p:xfrm>
          <a:off x="2032000" y="2997200"/>
          <a:ext cx="8127999" cy="2988732"/>
        </p:xfrm>
        <a:graphic>
          <a:graphicData uri="http://schemas.openxmlformats.org/drawingml/2006/table">
            <a:tbl>
              <a:tblPr firstRow="1" bandRow="1">
                <a:tableStyleId>{69CF1AB2-1976-4502-BF36-3FF5EA218861}</a:tableStyleId>
              </a:tblPr>
              <a:tblGrid>
                <a:gridCol w="2709333">
                  <a:extLst>
                    <a:ext uri="{9D8B030D-6E8A-4147-A177-3AD203B41FA5}">
                      <a16:colId xmlns:a16="http://schemas.microsoft.com/office/drawing/2014/main" val="461909198"/>
                    </a:ext>
                  </a:extLst>
                </a:gridCol>
                <a:gridCol w="2709333">
                  <a:extLst>
                    <a:ext uri="{9D8B030D-6E8A-4147-A177-3AD203B41FA5}">
                      <a16:colId xmlns:a16="http://schemas.microsoft.com/office/drawing/2014/main" val="1814559221"/>
                    </a:ext>
                  </a:extLst>
                </a:gridCol>
                <a:gridCol w="2709333">
                  <a:extLst>
                    <a:ext uri="{9D8B030D-6E8A-4147-A177-3AD203B41FA5}">
                      <a16:colId xmlns:a16="http://schemas.microsoft.com/office/drawing/2014/main" val="2349627817"/>
                    </a:ext>
                  </a:extLst>
                </a:gridCol>
              </a:tblGrid>
              <a:tr h="996244">
                <a:tc>
                  <a:txBody>
                    <a:bodyPr/>
                    <a:lstStyle/>
                    <a:p>
                      <a:pPr algn="ctr">
                        <a:lnSpc>
                          <a:spcPct val="200000"/>
                        </a:lnSpc>
                      </a:pPr>
                      <a:r>
                        <a:rPr lang="en-IN" sz="2500" b="1" dirty="0">
                          <a:latin typeface="Britannic Bold" panose="020B0903060703020204" pitchFamily="34" charset="0"/>
                        </a:rPr>
                        <a:t>1</a:t>
                      </a:r>
                      <a:r>
                        <a:rPr lang="en-IN" sz="2500" b="1" baseline="30000" dirty="0">
                          <a:latin typeface="Britannic Bold" panose="020B0903060703020204" pitchFamily="34" charset="0"/>
                        </a:rPr>
                        <a:t>st</a:t>
                      </a:r>
                      <a:endParaRPr lang="en-IN" sz="2500" b="1" dirty="0">
                        <a:latin typeface="Britannic Bold" panose="020B0903060703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200000"/>
                        </a:lnSpc>
                      </a:pPr>
                      <a:endParaRPr lang="en-IN" sz="1800" b="1" i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200000"/>
                        </a:lnSpc>
                      </a:pPr>
                      <a:endParaRPr lang="en-IN" sz="1800" b="1" i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36360187"/>
                  </a:ext>
                </a:extLst>
              </a:tr>
              <a:tr h="996244">
                <a:tc>
                  <a:txBody>
                    <a:bodyPr/>
                    <a:lstStyle/>
                    <a:p>
                      <a:pPr algn="ctr">
                        <a:lnSpc>
                          <a:spcPct val="200000"/>
                        </a:lnSpc>
                      </a:pPr>
                      <a:r>
                        <a:rPr lang="en-IN" sz="2500" b="1" dirty="0">
                          <a:latin typeface="Britannic Bold" panose="020B0903060703020204" pitchFamily="34" charset="0"/>
                        </a:rPr>
                        <a:t>2</a:t>
                      </a:r>
                      <a:r>
                        <a:rPr lang="en-IN" sz="2500" b="1" baseline="30000" dirty="0">
                          <a:latin typeface="Britannic Bold" panose="020B0903060703020204" pitchFamily="34" charset="0"/>
                        </a:rPr>
                        <a:t>nd</a:t>
                      </a:r>
                      <a:endParaRPr lang="en-IN" sz="2500" b="1" dirty="0">
                        <a:latin typeface="Britannic Bold" panose="020B0903060703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200000"/>
                        </a:lnSpc>
                      </a:pPr>
                      <a:endParaRPr lang="en-IN" sz="1800" b="1" i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200000"/>
                        </a:lnSpc>
                      </a:pPr>
                      <a:endParaRPr lang="en-IN" sz="1800" b="1" i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7442955"/>
                  </a:ext>
                </a:extLst>
              </a:tr>
              <a:tr h="996244">
                <a:tc>
                  <a:txBody>
                    <a:bodyPr/>
                    <a:lstStyle/>
                    <a:p>
                      <a:pPr algn="ctr">
                        <a:lnSpc>
                          <a:spcPct val="200000"/>
                        </a:lnSpc>
                      </a:pPr>
                      <a:r>
                        <a:rPr lang="en-IN" sz="2500" b="1" dirty="0">
                          <a:latin typeface="Britannic Bold" panose="020B0903060703020204" pitchFamily="34" charset="0"/>
                        </a:rPr>
                        <a:t>3</a:t>
                      </a:r>
                      <a:r>
                        <a:rPr lang="en-IN" sz="2500" b="1" baseline="30000" dirty="0">
                          <a:latin typeface="Britannic Bold" panose="020B0903060703020204" pitchFamily="34" charset="0"/>
                        </a:rPr>
                        <a:t>rd</a:t>
                      </a:r>
                      <a:endParaRPr lang="en-IN" sz="2500" b="1" dirty="0">
                        <a:latin typeface="Britannic Bold" panose="020B0903060703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200000"/>
                        </a:lnSpc>
                      </a:pPr>
                      <a:endParaRPr lang="en-IN" sz="1800" b="1" i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200000"/>
                        </a:lnSpc>
                      </a:pPr>
                      <a:endParaRPr lang="en-IN" sz="1800" b="1" i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677416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7790457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D501B7-287D-2E5D-DE04-E0C85D369B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bg-brown - Law Office of Gary B. Leuchtman">
            <a:extLst>
              <a:ext uri="{FF2B5EF4-FFF2-40B4-BE49-F238E27FC236}">
                <a16:creationId xmlns:a16="http://schemas.microsoft.com/office/drawing/2014/main" id="{6618DC3D-B2BE-ADCD-0553-0F39FE7665C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12192000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3742BF2E-26A1-7A52-1AE6-B49628292C22}"/>
              </a:ext>
            </a:extLst>
          </p:cNvPr>
          <p:cNvSpPr txBox="1"/>
          <p:nvPr/>
        </p:nvSpPr>
        <p:spPr>
          <a:xfrm>
            <a:off x="47897" y="74991"/>
            <a:ext cx="12096206" cy="212365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N" sz="1600" dirty="0">
                <a:solidFill>
                  <a:schemeClr val="bg1"/>
                </a:solidFill>
                <a:latin typeface="Algerian" panose="04020705040A02060702" pitchFamily="82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AUM SRI SAIRAM</a:t>
            </a:r>
          </a:p>
          <a:p>
            <a:pPr algn="ctr"/>
            <a:r>
              <a:rPr lang="en-IN" sz="2800" b="1" dirty="0">
                <a:solidFill>
                  <a:schemeClr val="accent6">
                    <a:lumMod val="20000"/>
                    <a:lumOff val="80000"/>
                  </a:schemeClr>
                </a:solidFill>
                <a:latin typeface="Algerian" panose="04020705040A02060702" pitchFamily="82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SRI SATHYA SAI SEVA ORGANISATIONS (INDIA)</a:t>
            </a:r>
          </a:p>
          <a:p>
            <a:pPr algn="ctr"/>
            <a:r>
              <a:rPr lang="en-IN" sz="2800" b="1" dirty="0">
                <a:solidFill>
                  <a:schemeClr val="accent6">
                    <a:lumMod val="20000"/>
                    <a:lumOff val="80000"/>
                  </a:schemeClr>
                </a:solidFill>
                <a:latin typeface="Algerian" panose="04020705040A02060702" pitchFamily="82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KANCHIPURAM SOUTH</a:t>
            </a:r>
          </a:p>
          <a:p>
            <a:pPr algn="ctr"/>
            <a:r>
              <a:rPr lang="en-IN" sz="2800" dirty="0">
                <a:solidFill>
                  <a:schemeClr val="accent4">
                    <a:lumMod val="60000"/>
                    <a:lumOff val="40000"/>
                  </a:schemeClr>
                </a:solidFill>
                <a:latin typeface="Algerian" panose="04020705040A02060702" pitchFamily="82" charset="0"/>
              </a:rPr>
              <a:t>DISTRICT LEVEL BALVIKAS TALENT SEARCH</a:t>
            </a:r>
          </a:p>
          <a:p>
            <a:pPr algn="ctr"/>
            <a:r>
              <a:rPr lang="en-IN" sz="2800" dirty="0">
                <a:solidFill>
                  <a:schemeClr val="accent4">
                    <a:lumMod val="60000"/>
                    <a:lumOff val="40000"/>
                  </a:schemeClr>
                </a:solidFill>
                <a:latin typeface="Algerian" panose="04020705040A02060702" pitchFamily="82" charset="0"/>
              </a:rPr>
              <a:t> (DLBTS - 2025)</a:t>
            </a:r>
          </a:p>
        </p:txBody>
      </p:sp>
      <p:pic>
        <p:nvPicPr>
          <p:cNvPr id="6" name="Picture 4" descr="Sathya Sai Babas birthday ...">
            <a:extLst>
              <a:ext uri="{FF2B5EF4-FFF2-40B4-BE49-F238E27FC236}">
                <a16:creationId xmlns:a16="http://schemas.microsoft.com/office/drawing/2014/main" id="{950C670D-A0F2-16CB-B10B-9FEFDFFB419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alphaModFix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00298" y="156754"/>
            <a:ext cx="1202837" cy="1471749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76200" dist="38100" dir="78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contrasting" dir="t">
              <a:rot lat="0" lon="0" rev="4200000"/>
            </a:lightRig>
          </a:scene3d>
          <a:sp3d prstMaterial="plastic">
            <a:bevelT w="381000" h="114300" prst="relaxedInset"/>
            <a:contourClr>
              <a:srgbClr val="969696"/>
            </a:contourClr>
          </a:sp3d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Picture 4" descr="Logo of the Sri Sathya Sai International Organization | Sri ...">
            <a:extLst>
              <a:ext uri="{FF2B5EF4-FFF2-40B4-BE49-F238E27FC236}">
                <a16:creationId xmlns:a16="http://schemas.microsoft.com/office/drawing/2014/main" id="{675EF211-6AA0-B0B1-CCCB-B188E8F8A8A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634678" y="156754"/>
            <a:ext cx="1461528" cy="1471749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76200" dist="38100" dir="78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contrasting" dir="t">
              <a:rot lat="0" lon="0" rev="4200000"/>
            </a:lightRig>
          </a:scene3d>
          <a:sp3d prstMaterial="plastic">
            <a:bevelT w="381000" h="114300" prst="relaxedInset"/>
            <a:contourClr>
              <a:srgbClr val="969696"/>
            </a:contourClr>
          </a:sp3d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717C9486-15BA-EE44-CDB2-1046E778F1A9}"/>
              </a:ext>
            </a:extLst>
          </p:cNvPr>
          <p:cNvSpPr txBox="1"/>
          <p:nvPr/>
        </p:nvSpPr>
        <p:spPr>
          <a:xfrm flipH="1">
            <a:off x="106057" y="6331914"/>
            <a:ext cx="277260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dirty="0">
                <a:solidFill>
                  <a:schemeClr val="accent4">
                    <a:lumMod val="20000"/>
                    <a:lumOff val="80000"/>
                  </a:schemeClr>
                </a:solidFill>
                <a:latin typeface="Algerian" panose="04020705040A02060702" pitchFamily="82" charset="0"/>
              </a:rPr>
              <a:t>LOVE ALL SERVE ALL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D83EE93-6B74-420C-0ADD-677CF2A3A36B}"/>
              </a:ext>
            </a:extLst>
          </p:cNvPr>
          <p:cNvSpPr txBox="1"/>
          <p:nvPr/>
        </p:nvSpPr>
        <p:spPr>
          <a:xfrm flipH="1">
            <a:off x="9313334" y="6331914"/>
            <a:ext cx="277260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dirty="0">
                <a:solidFill>
                  <a:schemeClr val="accent4">
                    <a:lumMod val="20000"/>
                    <a:lumOff val="80000"/>
                  </a:schemeClr>
                </a:solidFill>
                <a:latin typeface="Algerian" panose="04020705040A02060702" pitchFamily="82" charset="0"/>
              </a:rPr>
              <a:t>HELP EVER HURT NEVER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9CA2E22D-3452-5668-9487-61A971E00270}"/>
              </a:ext>
            </a:extLst>
          </p:cNvPr>
          <p:cNvSpPr txBox="1"/>
          <p:nvPr/>
        </p:nvSpPr>
        <p:spPr>
          <a:xfrm>
            <a:off x="2391832" y="2128593"/>
            <a:ext cx="7408334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IN" sz="3000" dirty="0">
                <a:solidFill>
                  <a:schemeClr val="accent4">
                    <a:lumMod val="20000"/>
                    <a:lumOff val="80000"/>
                  </a:schemeClr>
                </a:solidFill>
                <a:latin typeface="Britannic Bold" panose="020B0903060703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GROUP 1 </a:t>
            </a:r>
            <a:r>
              <a:rPr lang="en-IN" sz="3000" dirty="0">
                <a:solidFill>
                  <a:schemeClr val="accent4">
                    <a:lumMod val="20000"/>
                    <a:lumOff val="80000"/>
                  </a:schemeClr>
                </a:solidFill>
                <a:latin typeface="Britannic Bold" panose="020B0903060703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  <a:sym typeface="Wingdings" panose="05000000000000000000" pitchFamily="2" charset="2"/>
              </a:rPr>
              <a:t> STORY TELLING (TAMIL)</a:t>
            </a:r>
            <a:endParaRPr lang="en-IN" sz="3000" dirty="0">
              <a:solidFill>
                <a:schemeClr val="accent4">
                  <a:lumMod val="20000"/>
                  <a:lumOff val="80000"/>
                </a:schemeClr>
              </a:solidFill>
              <a:latin typeface="Britannic Bold" panose="020B0903060703020204" pitchFamily="34" charset="0"/>
              <a:ea typeface="Sans Serif Collection" panose="020B0502040504020204" pitchFamily="34" charset="0"/>
              <a:cs typeface="Sans Serif Collection" panose="020B0502040504020204" pitchFamily="34" charset="0"/>
            </a:endParaRPr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58922827-A3F5-B6ED-BD74-4B3B982ABBE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24235120"/>
              </p:ext>
            </p:extLst>
          </p:nvPr>
        </p:nvGraphicFramePr>
        <p:xfrm>
          <a:off x="2032000" y="2997200"/>
          <a:ext cx="8127999" cy="2988732"/>
        </p:xfrm>
        <a:graphic>
          <a:graphicData uri="http://schemas.openxmlformats.org/drawingml/2006/table">
            <a:tbl>
              <a:tblPr firstRow="1" bandRow="1">
                <a:tableStyleId>{69CF1AB2-1976-4502-BF36-3FF5EA218861}</a:tableStyleId>
              </a:tblPr>
              <a:tblGrid>
                <a:gridCol w="2709333">
                  <a:extLst>
                    <a:ext uri="{9D8B030D-6E8A-4147-A177-3AD203B41FA5}">
                      <a16:colId xmlns:a16="http://schemas.microsoft.com/office/drawing/2014/main" val="461909198"/>
                    </a:ext>
                  </a:extLst>
                </a:gridCol>
                <a:gridCol w="2709333">
                  <a:extLst>
                    <a:ext uri="{9D8B030D-6E8A-4147-A177-3AD203B41FA5}">
                      <a16:colId xmlns:a16="http://schemas.microsoft.com/office/drawing/2014/main" val="1814559221"/>
                    </a:ext>
                  </a:extLst>
                </a:gridCol>
                <a:gridCol w="2709333">
                  <a:extLst>
                    <a:ext uri="{9D8B030D-6E8A-4147-A177-3AD203B41FA5}">
                      <a16:colId xmlns:a16="http://schemas.microsoft.com/office/drawing/2014/main" val="2349627817"/>
                    </a:ext>
                  </a:extLst>
                </a:gridCol>
              </a:tblGrid>
              <a:tr h="996244">
                <a:tc>
                  <a:txBody>
                    <a:bodyPr/>
                    <a:lstStyle/>
                    <a:p>
                      <a:pPr algn="ctr">
                        <a:lnSpc>
                          <a:spcPct val="200000"/>
                        </a:lnSpc>
                      </a:pPr>
                      <a:r>
                        <a:rPr lang="en-IN" sz="2500" b="1" dirty="0">
                          <a:latin typeface="Britannic Bold" panose="020B0903060703020204" pitchFamily="34" charset="0"/>
                        </a:rPr>
                        <a:t>1</a:t>
                      </a:r>
                      <a:r>
                        <a:rPr lang="en-IN" sz="2500" b="1" baseline="30000" dirty="0">
                          <a:latin typeface="Britannic Bold" panose="020B0903060703020204" pitchFamily="34" charset="0"/>
                        </a:rPr>
                        <a:t>st</a:t>
                      </a:r>
                      <a:endParaRPr lang="en-IN" sz="2500" b="1" dirty="0">
                        <a:latin typeface="Britannic Bold" panose="020B0903060703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200000"/>
                        </a:lnSpc>
                      </a:pPr>
                      <a:endParaRPr lang="en-IN" sz="1800" b="1" i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200000"/>
                        </a:lnSpc>
                      </a:pPr>
                      <a:endParaRPr lang="en-IN" sz="1800" b="1" i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36360187"/>
                  </a:ext>
                </a:extLst>
              </a:tr>
              <a:tr h="996244">
                <a:tc>
                  <a:txBody>
                    <a:bodyPr/>
                    <a:lstStyle/>
                    <a:p>
                      <a:pPr algn="ctr">
                        <a:lnSpc>
                          <a:spcPct val="200000"/>
                        </a:lnSpc>
                      </a:pPr>
                      <a:r>
                        <a:rPr lang="en-IN" sz="2500" b="1" dirty="0">
                          <a:latin typeface="Britannic Bold" panose="020B0903060703020204" pitchFamily="34" charset="0"/>
                        </a:rPr>
                        <a:t>2</a:t>
                      </a:r>
                      <a:r>
                        <a:rPr lang="en-IN" sz="2500" b="1" baseline="30000" dirty="0">
                          <a:latin typeface="Britannic Bold" panose="020B0903060703020204" pitchFamily="34" charset="0"/>
                        </a:rPr>
                        <a:t>nd</a:t>
                      </a:r>
                      <a:endParaRPr lang="en-IN" sz="2500" b="1" dirty="0">
                        <a:latin typeface="Britannic Bold" panose="020B0903060703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200000"/>
                        </a:lnSpc>
                      </a:pPr>
                      <a:endParaRPr lang="en-IN" sz="1800" b="1" i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200000"/>
                        </a:lnSpc>
                      </a:pPr>
                      <a:endParaRPr lang="en-IN" sz="1800" b="1" i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7442955"/>
                  </a:ext>
                </a:extLst>
              </a:tr>
              <a:tr h="996244">
                <a:tc>
                  <a:txBody>
                    <a:bodyPr/>
                    <a:lstStyle/>
                    <a:p>
                      <a:pPr algn="ctr">
                        <a:lnSpc>
                          <a:spcPct val="200000"/>
                        </a:lnSpc>
                      </a:pPr>
                      <a:r>
                        <a:rPr lang="en-IN" sz="2500" b="1" dirty="0">
                          <a:latin typeface="Britannic Bold" panose="020B0903060703020204" pitchFamily="34" charset="0"/>
                        </a:rPr>
                        <a:t>3</a:t>
                      </a:r>
                      <a:r>
                        <a:rPr lang="en-IN" sz="2500" b="1" baseline="30000" dirty="0">
                          <a:latin typeface="Britannic Bold" panose="020B0903060703020204" pitchFamily="34" charset="0"/>
                        </a:rPr>
                        <a:t>rd</a:t>
                      </a:r>
                      <a:endParaRPr lang="en-IN" sz="2500" b="1" dirty="0">
                        <a:latin typeface="Britannic Bold" panose="020B0903060703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200000"/>
                        </a:lnSpc>
                      </a:pPr>
                      <a:endParaRPr lang="en-IN" sz="1800" b="1" i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200000"/>
                        </a:lnSpc>
                      </a:pPr>
                      <a:endParaRPr lang="en-IN" sz="1800" b="1" i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677416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09163580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CCC263-1E3A-02DA-A4CC-7A079AF0BF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bg-brown - Law Office of Gary B. Leuchtman">
            <a:extLst>
              <a:ext uri="{FF2B5EF4-FFF2-40B4-BE49-F238E27FC236}">
                <a16:creationId xmlns:a16="http://schemas.microsoft.com/office/drawing/2014/main" id="{A7FB034E-5586-3332-4C35-497807BEE87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12192000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0F0F4095-0C23-BA3F-391A-3CE0244EC210}"/>
              </a:ext>
            </a:extLst>
          </p:cNvPr>
          <p:cNvSpPr txBox="1"/>
          <p:nvPr/>
        </p:nvSpPr>
        <p:spPr>
          <a:xfrm>
            <a:off x="47897" y="74991"/>
            <a:ext cx="12096206" cy="212365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N" sz="1600" dirty="0">
                <a:solidFill>
                  <a:schemeClr val="bg1"/>
                </a:solidFill>
                <a:latin typeface="Algerian" panose="04020705040A02060702" pitchFamily="82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AUM SRI SAIRAM</a:t>
            </a:r>
          </a:p>
          <a:p>
            <a:pPr algn="ctr"/>
            <a:r>
              <a:rPr lang="en-IN" sz="2800" b="1" dirty="0">
                <a:solidFill>
                  <a:schemeClr val="accent6">
                    <a:lumMod val="20000"/>
                    <a:lumOff val="80000"/>
                  </a:schemeClr>
                </a:solidFill>
                <a:latin typeface="Algerian" panose="04020705040A02060702" pitchFamily="82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SRI SATHYA SAI SEVA ORGANISATIONS (INDIA)</a:t>
            </a:r>
          </a:p>
          <a:p>
            <a:pPr algn="ctr"/>
            <a:r>
              <a:rPr lang="en-IN" sz="2800" b="1" dirty="0">
                <a:solidFill>
                  <a:schemeClr val="accent6">
                    <a:lumMod val="20000"/>
                    <a:lumOff val="80000"/>
                  </a:schemeClr>
                </a:solidFill>
                <a:latin typeface="Algerian" panose="04020705040A02060702" pitchFamily="82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KANCHIPURAM SOUTH</a:t>
            </a:r>
          </a:p>
          <a:p>
            <a:pPr algn="ctr"/>
            <a:r>
              <a:rPr lang="en-IN" sz="2800" dirty="0">
                <a:solidFill>
                  <a:schemeClr val="accent4">
                    <a:lumMod val="60000"/>
                    <a:lumOff val="40000"/>
                  </a:schemeClr>
                </a:solidFill>
                <a:latin typeface="Algerian" panose="04020705040A02060702" pitchFamily="82" charset="0"/>
              </a:rPr>
              <a:t>DISTRICT LEVEL BALVIKAS TALENT SEARCH</a:t>
            </a:r>
          </a:p>
          <a:p>
            <a:pPr algn="ctr"/>
            <a:r>
              <a:rPr lang="en-IN" sz="2800" dirty="0">
                <a:solidFill>
                  <a:schemeClr val="accent4">
                    <a:lumMod val="60000"/>
                    <a:lumOff val="40000"/>
                  </a:schemeClr>
                </a:solidFill>
                <a:latin typeface="Algerian" panose="04020705040A02060702" pitchFamily="82" charset="0"/>
              </a:rPr>
              <a:t> (DLBTS - 2025)</a:t>
            </a:r>
          </a:p>
        </p:txBody>
      </p:sp>
      <p:pic>
        <p:nvPicPr>
          <p:cNvPr id="6" name="Picture 4" descr="Sathya Sai Babas birthday ...">
            <a:extLst>
              <a:ext uri="{FF2B5EF4-FFF2-40B4-BE49-F238E27FC236}">
                <a16:creationId xmlns:a16="http://schemas.microsoft.com/office/drawing/2014/main" id="{C78F2582-FC6D-7E25-C2BA-20552B423E2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alphaModFix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00298" y="156754"/>
            <a:ext cx="1202837" cy="1471749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76200" dist="38100" dir="78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contrasting" dir="t">
              <a:rot lat="0" lon="0" rev="4200000"/>
            </a:lightRig>
          </a:scene3d>
          <a:sp3d prstMaterial="plastic">
            <a:bevelT w="381000" h="114300" prst="relaxedInset"/>
            <a:contourClr>
              <a:srgbClr val="969696"/>
            </a:contourClr>
          </a:sp3d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Picture 4" descr="Logo of the Sri Sathya Sai International Organization | Sri ...">
            <a:extLst>
              <a:ext uri="{FF2B5EF4-FFF2-40B4-BE49-F238E27FC236}">
                <a16:creationId xmlns:a16="http://schemas.microsoft.com/office/drawing/2014/main" id="{40A0AF94-4C95-262B-0FC4-850FADCCABB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634678" y="156754"/>
            <a:ext cx="1461528" cy="1471749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76200" dist="38100" dir="78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contrasting" dir="t">
              <a:rot lat="0" lon="0" rev="4200000"/>
            </a:lightRig>
          </a:scene3d>
          <a:sp3d prstMaterial="plastic">
            <a:bevelT w="381000" h="114300" prst="relaxedInset"/>
            <a:contourClr>
              <a:srgbClr val="969696"/>
            </a:contourClr>
          </a:sp3d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2AEB67DC-9692-97FE-5CFA-E0D31E454ED4}"/>
              </a:ext>
            </a:extLst>
          </p:cNvPr>
          <p:cNvSpPr txBox="1"/>
          <p:nvPr/>
        </p:nvSpPr>
        <p:spPr>
          <a:xfrm flipH="1">
            <a:off x="106057" y="6331914"/>
            <a:ext cx="277260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dirty="0">
                <a:solidFill>
                  <a:schemeClr val="accent4">
                    <a:lumMod val="20000"/>
                    <a:lumOff val="80000"/>
                  </a:schemeClr>
                </a:solidFill>
                <a:latin typeface="Algerian" panose="04020705040A02060702" pitchFamily="82" charset="0"/>
              </a:rPr>
              <a:t>LOVE ALL SERVE ALL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D0D1FA1-0D71-C74C-C4AC-3FC02C9703E9}"/>
              </a:ext>
            </a:extLst>
          </p:cNvPr>
          <p:cNvSpPr txBox="1"/>
          <p:nvPr/>
        </p:nvSpPr>
        <p:spPr>
          <a:xfrm flipH="1">
            <a:off x="9313334" y="6331914"/>
            <a:ext cx="277260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dirty="0">
                <a:solidFill>
                  <a:schemeClr val="accent4">
                    <a:lumMod val="20000"/>
                    <a:lumOff val="80000"/>
                  </a:schemeClr>
                </a:solidFill>
                <a:latin typeface="Algerian" panose="04020705040A02060702" pitchFamily="82" charset="0"/>
              </a:rPr>
              <a:t>HELP EVER HURT NEVER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4808B30-513B-06F0-B327-B3C6124BFCB2}"/>
              </a:ext>
            </a:extLst>
          </p:cNvPr>
          <p:cNvSpPr txBox="1"/>
          <p:nvPr/>
        </p:nvSpPr>
        <p:spPr>
          <a:xfrm>
            <a:off x="2658533" y="2198649"/>
            <a:ext cx="6874933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IN" sz="3000" dirty="0">
                <a:solidFill>
                  <a:schemeClr val="accent4">
                    <a:lumMod val="20000"/>
                    <a:lumOff val="80000"/>
                  </a:schemeClr>
                </a:solidFill>
                <a:latin typeface="Britannic Bold" panose="020B0903060703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GROUP 1 </a:t>
            </a:r>
            <a:r>
              <a:rPr lang="en-IN" sz="3000" dirty="0">
                <a:solidFill>
                  <a:schemeClr val="accent4">
                    <a:lumMod val="20000"/>
                    <a:lumOff val="80000"/>
                  </a:schemeClr>
                </a:solidFill>
                <a:latin typeface="Britannic Bold" panose="020B0903060703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  <a:sym typeface="Wingdings" panose="05000000000000000000" pitchFamily="2" charset="2"/>
              </a:rPr>
              <a:t> DRAWING</a:t>
            </a:r>
            <a:endParaRPr lang="en-IN" sz="3000" dirty="0">
              <a:solidFill>
                <a:schemeClr val="accent4">
                  <a:lumMod val="20000"/>
                  <a:lumOff val="80000"/>
                </a:schemeClr>
              </a:solidFill>
              <a:latin typeface="Britannic Bold" panose="020B0903060703020204" pitchFamily="34" charset="0"/>
              <a:ea typeface="Sans Serif Collection" panose="020B0502040504020204" pitchFamily="34" charset="0"/>
              <a:cs typeface="Sans Serif Collection" panose="020B0502040504020204" pitchFamily="34" charset="0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19A3B82E-71B3-44C9-6010-4D3337FD07F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24235120"/>
              </p:ext>
            </p:extLst>
          </p:nvPr>
        </p:nvGraphicFramePr>
        <p:xfrm>
          <a:off x="2032000" y="2997200"/>
          <a:ext cx="8127999" cy="2988732"/>
        </p:xfrm>
        <a:graphic>
          <a:graphicData uri="http://schemas.openxmlformats.org/drawingml/2006/table">
            <a:tbl>
              <a:tblPr firstRow="1" bandRow="1">
                <a:tableStyleId>{69CF1AB2-1976-4502-BF36-3FF5EA218861}</a:tableStyleId>
              </a:tblPr>
              <a:tblGrid>
                <a:gridCol w="2709333">
                  <a:extLst>
                    <a:ext uri="{9D8B030D-6E8A-4147-A177-3AD203B41FA5}">
                      <a16:colId xmlns:a16="http://schemas.microsoft.com/office/drawing/2014/main" val="461909198"/>
                    </a:ext>
                  </a:extLst>
                </a:gridCol>
                <a:gridCol w="2709333">
                  <a:extLst>
                    <a:ext uri="{9D8B030D-6E8A-4147-A177-3AD203B41FA5}">
                      <a16:colId xmlns:a16="http://schemas.microsoft.com/office/drawing/2014/main" val="1814559221"/>
                    </a:ext>
                  </a:extLst>
                </a:gridCol>
                <a:gridCol w="2709333">
                  <a:extLst>
                    <a:ext uri="{9D8B030D-6E8A-4147-A177-3AD203B41FA5}">
                      <a16:colId xmlns:a16="http://schemas.microsoft.com/office/drawing/2014/main" val="2349627817"/>
                    </a:ext>
                  </a:extLst>
                </a:gridCol>
              </a:tblGrid>
              <a:tr h="996244">
                <a:tc>
                  <a:txBody>
                    <a:bodyPr/>
                    <a:lstStyle/>
                    <a:p>
                      <a:pPr algn="ctr">
                        <a:lnSpc>
                          <a:spcPct val="200000"/>
                        </a:lnSpc>
                      </a:pPr>
                      <a:r>
                        <a:rPr lang="en-IN" sz="2500" b="1" dirty="0">
                          <a:latin typeface="Britannic Bold" panose="020B0903060703020204" pitchFamily="34" charset="0"/>
                        </a:rPr>
                        <a:t>1</a:t>
                      </a:r>
                      <a:r>
                        <a:rPr lang="en-IN" sz="2500" b="1" baseline="30000" dirty="0">
                          <a:latin typeface="Britannic Bold" panose="020B0903060703020204" pitchFamily="34" charset="0"/>
                        </a:rPr>
                        <a:t>st</a:t>
                      </a:r>
                      <a:endParaRPr lang="en-IN" sz="2500" b="1" dirty="0">
                        <a:latin typeface="Britannic Bold" panose="020B0903060703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200000"/>
                        </a:lnSpc>
                      </a:pPr>
                      <a:endParaRPr lang="en-IN" sz="1800" b="1" i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200000"/>
                        </a:lnSpc>
                      </a:pPr>
                      <a:endParaRPr lang="en-IN" sz="1800" b="1" i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36360187"/>
                  </a:ext>
                </a:extLst>
              </a:tr>
              <a:tr h="996244">
                <a:tc>
                  <a:txBody>
                    <a:bodyPr/>
                    <a:lstStyle/>
                    <a:p>
                      <a:pPr algn="ctr">
                        <a:lnSpc>
                          <a:spcPct val="200000"/>
                        </a:lnSpc>
                      </a:pPr>
                      <a:r>
                        <a:rPr lang="en-IN" sz="2500" b="1" dirty="0">
                          <a:latin typeface="Britannic Bold" panose="020B0903060703020204" pitchFamily="34" charset="0"/>
                        </a:rPr>
                        <a:t>2</a:t>
                      </a:r>
                      <a:r>
                        <a:rPr lang="en-IN" sz="2500" b="1" baseline="30000" dirty="0">
                          <a:latin typeface="Britannic Bold" panose="020B0903060703020204" pitchFamily="34" charset="0"/>
                        </a:rPr>
                        <a:t>nd</a:t>
                      </a:r>
                      <a:endParaRPr lang="en-IN" sz="2500" b="1" dirty="0">
                        <a:latin typeface="Britannic Bold" panose="020B0903060703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200000"/>
                        </a:lnSpc>
                      </a:pPr>
                      <a:endParaRPr lang="en-IN" sz="1800" b="1" i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200000"/>
                        </a:lnSpc>
                      </a:pPr>
                      <a:endParaRPr lang="en-IN" sz="1800" b="1" i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7442955"/>
                  </a:ext>
                </a:extLst>
              </a:tr>
              <a:tr h="996244">
                <a:tc>
                  <a:txBody>
                    <a:bodyPr/>
                    <a:lstStyle/>
                    <a:p>
                      <a:pPr algn="ctr">
                        <a:lnSpc>
                          <a:spcPct val="200000"/>
                        </a:lnSpc>
                      </a:pPr>
                      <a:r>
                        <a:rPr lang="en-IN" sz="2500" b="1" dirty="0">
                          <a:latin typeface="Britannic Bold" panose="020B0903060703020204" pitchFamily="34" charset="0"/>
                        </a:rPr>
                        <a:t>3</a:t>
                      </a:r>
                      <a:r>
                        <a:rPr lang="en-IN" sz="2500" b="1" baseline="30000" dirty="0">
                          <a:latin typeface="Britannic Bold" panose="020B0903060703020204" pitchFamily="34" charset="0"/>
                        </a:rPr>
                        <a:t>rd</a:t>
                      </a:r>
                      <a:endParaRPr lang="en-IN" sz="2500" b="1" dirty="0">
                        <a:latin typeface="Britannic Bold" panose="020B0903060703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200000"/>
                        </a:lnSpc>
                      </a:pPr>
                      <a:endParaRPr lang="en-IN" sz="1800" b="1" i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200000"/>
                        </a:lnSpc>
                      </a:pPr>
                      <a:endParaRPr lang="en-IN" sz="1800" b="1" i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677416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82379432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CC4F82-60F5-B085-3BF5-67C6395F74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bg-brown - Law Office of Gary B. Leuchtman">
            <a:extLst>
              <a:ext uri="{FF2B5EF4-FFF2-40B4-BE49-F238E27FC236}">
                <a16:creationId xmlns:a16="http://schemas.microsoft.com/office/drawing/2014/main" id="{87D47826-172D-15CD-36F2-BD49774A583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12192000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7FBCDA92-46CE-6638-0131-ECE67B5FEB3C}"/>
              </a:ext>
            </a:extLst>
          </p:cNvPr>
          <p:cNvSpPr txBox="1"/>
          <p:nvPr/>
        </p:nvSpPr>
        <p:spPr>
          <a:xfrm>
            <a:off x="47897" y="74991"/>
            <a:ext cx="12096206" cy="212365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N" sz="1600" dirty="0">
                <a:solidFill>
                  <a:schemeClr val="bg1"/>
                </a:solidFill>
                <a:latin typeface="Algerian" panose="04020705040A02060702" pitchFamily="82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AUM SRI SAIRAM</a:t>
            </a:r>
          </a:p>
          <a:p>
            <a:pPr algn="ctr"/>
            <a:r>
              <a:rPr lang="en-IN" sz="2800" b="1" dirty="0">
                <a:solidFill>
                  <a:schemeClr val="accent6">
                    <a:lumMod val="20000"/>
                    <a:lumOff val="80000"/>
                  </a:schemeClr>
                </a:solidFill>
                <a:latin typeface="Algerian" panose="04020705040A02060702" pitchFamily="82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SRI SATHYA SAI SEVA ORGANISATIONS (INDIA)</a:t>
            </a:r>
          </a:p>
          <a:p>
            <a:pPr algn="ctr"/>
            <a:r>
              <a:rPr lang="en-IN" sz="2800" b="1" dirty="0">
                <a:solidFill>
                  <a:schemeClr val="accent6">
                    <a:lumMod val="20000"/>
                    <a:lumOff val="80000"/>
                  </a:schemeClr>
                </a:solidFill>
                <a:latin typeface="Algerian" panose="04020705040A02060702" pitchFamily="82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KANCHIPURAM SOUTH</a:t>
            </a:r>
          </a:p>
          <a:p>
            <a:pPr algn="ctr"/>
            <a:r>
              <a:rPr lang="en-IN" sz="2800" dirty="0">
                <a:solidFill>
                  <a:schemeClr val="accent4">
                    <a:lumMod val="60000"/>
                    <a:lumOff val="40000"/>
                  </a:schemeClr>
                </a:solidFill>
                <a:latin typeface="Algerian" panose="04020705040A02060702" pitchFamily="82" charset="0"/>
              </a:rPr>
              <a:t>DISTRICT LEVEL BALVIKAS TALENT SEARCH</a:t>
            </a:r>
          </a:p>
          <a:p>
            <a:pPr algn="ctr"/>
            <a:r>
              <a:rPr lang="en-IN" sz="2800" dirty="0">
                <a:solidFill>
                  <a:schemeClr val="accent4">
                    <a:lumMod val="60000"/>
                    <a:lumOff val="40000"/>
                  </a:schemeClr>
                </a:solidFill>
                <a:latin typeface="Algerian" panose="04020705040A02060702" pitchFamily="82" charset="0"/>
              </a:rPr>
              <a:t> (DLBTS - 2025)</a:t>
            </a:r>
          </a:p>
        </p:txBody>
      </p:sp>
      <p:pic>
        <p:nvPicPr>
          <p:cNvPr id="6" name="Picture 4" descr="Sathya Sai Babas birthday ...">
            <a:extLst>
              <a:ext uri="{FF2B5EF4-FFF2-40B4-BE49-F238E27FC236}">
                <a16:creationId xmlns:a16="http://schemas.microsoft.com/office/drawing/2014/main" id="{2DC483D3-B9AD-F6A5-D46F-A29EEB0A426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alphaModFix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00298" y="156754"/>
            <a:ext cx="1202837" cy="1471749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76200" dist="38100" dir="78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contrasting" dir="t">
              <a:rot lat="0" lon="0" rev="4200000"/>
            </a:lightRig>
          </a:scene3d>
          <a:sp3d prstMaterial="plastic">
            <a:bevelT w="381000" h="114300" prst="relaxedInset"/>
            <a:contourClr>
              <a:srgbClr val="969696"/>
            </a:contourClr>
          </a:sp3d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Picture 4" descr="Logo of the Sri Sathya Sai International Organization | Sri ...">
            <a:extLst>
              <a:ext uri="{FF2B5EF4-FFF2-40B4-BE49-F238E27FC236}">
                <a16:creationId xmlns:a16="http://schemas.microsoft.com/office/drawing/2014/main" id="{1289BBCF-E0ED-12A4-0723-378DB456F5D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634678" y="156754"/>
            <a:ext cx="1461528" cy="1471749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76200" dist="38100" dir="78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contrasting" dir="t">
              <a:rot lat="0" lon="0" rev="4200000"/>
            </a:lightRig>
          </a:scene3d>
          <a:sp3d prstMaterial="plastic">
            <a:bevelT w="381000" h="114300" prst="relaxedInset"/>
            <a:contourClr>
              <a:srgbClr val="969696"/>
            </a:contourClr>
          </a:sp3d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CFD02165-CB60-9359-8239-C94F94CAAF9D}"/>
              </a:ext>
            </a:extLst>
          </p:cNvPr>
          <p:cNvSpPr txBox="1"/>
          <p:nvPr/>
        </p:nvSpPr>
        <p:spPr>
          <a:xfrm flipH="1">
            <a:off x="106057" y="6331914"/>
            <a:ext cx="277260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dirty="0">
                <a:solidFill>
                  <a:schemeClr val="accent4">
                    <a:lumMod val="20000"/>
                    <a:lumOff val="80000"/>
                  </a:schemeClr>
                </a:solidFill>
                <a:latin typeface="Algerian" panose="04020705040A02060702" pitchFamily="82" charset="0"/>
              </a:rPr>
              <a:t>LOVE ALL SERVE ALL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A724411-FA34-0FD7-BF84-25F59F21C599}"/>
              </a:ext>
            </a:extLst>
          </p:cNvPr>
          <p:cNvSpPr txBox="1"/>
          <p:nvPr/>
        </p:nvSpPr>
        <p:spPr>
          <a:xfrm flipH="1">
            <a:off x="9313334" y="6331914"/>
            <a:ext cx="277260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dirty="0">
                <a:solidFill>
                  <a:schemeClr val="accent4">
                    <a:lumMod val="20000"/>
                    <a:lumOff val="80000"/>
                  </a:schemeClr>
                </a:solidFill>
                <a:latin typeface="Algerian" panose="04020705040A02060702" pitchFamily="82" charset="0"/>
              </a:rPr>
              <a:t>HELP EVER HURT NEVER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C9EA2B8-BA41-67D8-A0D3-7BBDB89D4CED}"/>
              </a:ext>
            </a:extLst>
          </p:cNvPr>
          <p:cNvSpPr txBox="1"/>
          <p:nvPr/>
        </p:nvSpPr>
        <p:spPr>
          <a:xfrm>
            <a:off x="2345266" y="2173248"/>
            <a:ext cx="7501466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IN" sz="3000" dirty="0">
                <a:solidFill>
                  <a:schemeClr val="accent4">
                    <a:lumMod val="20000"/>
                    <a:lumOff val="80000"/>
                  </a:schemeClr>
                </a:solidFill>
                <a:latin typeface="Britannic Bold" panose="020B0903060703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GROUP 1 </a:t>
            </a:r>
            <a:r>
              <a:rPr lang="en-IN" sz="3000" dirty="0">
                <a:solidFill>
                  <a:schemeClr val="accent4">
                    <a:lumMod val="20000"/>
                    <a:lumOff val="80000"/>
                  </a:schemeClr>
                </a:solidFill>
                <a:latin typeface="Britannic Bold" panose="020B0903060703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  <a:sym typeface="Wingdings" panose="05000000000000000000" pitchFamily="2" charset="2"/>
              </a:rPr>
              <a:t> DEVOTIONAL SINGING (BOYS)</a:t>
            </a:r>
            <a:endParaRPr lang="en-IN" sz="3000" dirty="0">
              <a:solidFill>
                <a:schemeClr val="accent4">
                  <a:lumMod val="20000"/>
                  <a:lumOff val="80000"/>
                </a:schemeClr>
              </a:solidFill>
              <a:latin typeface="Britannic Bold" panose="020B0903060703020204" pitchFamily="34" charset="0"/>
              <a:ea typeface="Sans Serif Collection" panose="020B0502040504020204" pitchFamily="34" charset="0"/>
              <a:cs typeface="Sans Serif Collection" panose="020B0502040504020204" pitchFamily="34" charset="0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78FB2BE5-AC62-C7E4-98ED-F3B0A73F6F5C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2997200"/>
          <a:ext cx="8127999" cy="2988732"/>
        </p:xfrm>
        <a:graphic>
          <a:graphicData uri="http://schemas.openxmlformats.org/drawingml/2006/table">
            <a:tbl>
              <a:tblPr firstRow="1" bandRow="1">
                <a:tableStyleId>{69CF1AB2-1976-4502-BF36-3FF5EA218861}</a:tableStyleId>
              </a:tblPr>
              <a:tblGrid>
                <a:gridCol w="2709333">
                  <a:extLst>
                    <a:ext uri="{9D8B030D-6E8A-4147-A177-3AD203B41FA5}">
                      <a16:colId xmlns:a16="http://schemas.microsoft.com/office/drawing/2014/main" val="461909198"/>
                    </a:ext>
                  </a:extLst>
                </a:gridCol>
                <a:gridCol w="2709333">
                  <a:extLst>
                    <a:ext uri="{9D8B030D-6E8A-4147-A177-3AD203B41FA5}">
                      <a16:colId xmlns:a16="http://schemas.microsoft.com/office/drawing/2014/main" val="1814559221"/>
                    </a:ext>
                  </a:extLst>
                </a:gridCol>
                <a:gridCol w="2709333">
                  <a:extLst>
                    <a:ext uri="{9D8B030D-6E8A-4147-A177-3AD203B41FA5}">
                      <a16:colId xmlns:a16="http://schemas.microsoft.com/office/drawing/2014/main" val="2349627817"/>
                    </a:ext>
                  </a:extLst>
                </a:gridCol>
              </a:tblGrid>
              <a:tr h="996244">
                <a:tc>
                  <a:txBody>
                    <a:bodyPr/>
                    <a:lstStyle/>
                    <a:p>
                      <a:pPr algn="ctr">
                        <a:lnSpc>
                          <a:spcPct val="200000"/>
                        </a:lnSpc>
                      </a:pPr>
                      <a:r>
                        <a:rPr lang="en-IN" sz="2500" b="1" dirty="0">
                          <a:latin typeface="Britannic Bold" panose="020B0903060703020204" pitchFamily="34" charset="0"/>
                        </a:rPr>
                        <a:t>1</a:t>
                      </a:r>
                      <a:r>
                        <a:rPr lang="en-IN" sz="2500" b="1" baseline="30000" dirty="0">
                          <a:latin typeface="Britannic Bold" panose="020B0903060703020204" pitchFamily="34" charset="0"/>
                        </a:rPr>
                        <a:t>st</a:t>
                      </a:r>
                      <a:endParaRPr lang="en-IN" sz="2500" b="1" dirty="0">
                        <a:latin typeface="Britannic Bold" panose="020B0903060703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200000"/>
                        </a:lnSpc>
                      </a:pPr>
                      <a:endParaRPr lang="en-IN" sz="1800" b="1" i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200000"/>
                        </a:lnSpc>
                      </a:pPr>
                      <a:endParaRPr lang="en-IN" sz="1800" b="1" i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36360187"/>
                  </a:ext>
                </a:extLst>
              </a:tr>
              <a:tr h="996244">
                <a:tc>
                  <a:txBody>
                    <a:bodyPr/>
                    <a:lstStyle/>
                    <a:p>
                      <a:pPr algn="ctr">
                        <a:lnSpc>
                          <a:spcPct val="200000"/>
                        </a:lnSpc>
                      </a:pPr>
                      <a:r>
                        <a:rPr lang="en-IN" sz="2500" b="1" dirty="0">
                          <a:latin typeface="Britannic Bold" panose="020B0903060703020204" pitchFamily="34" charset="0"/>
                        </a:rPr>
                        <a:t>2</a:t>
                      </a:r>
                      <a:r>
                        <a:rPr lang="en-IN" sz="2500" b="1" baseline="30000" dirty="0">
                          <a:latin typeface="Britannic Bold" panose="020B0903060703020204" pitchFamily="34" charset="0"/>
                        </a:rPr>
                        <a:t>nd</a:t>
                      </a:r>
                      <a:endParaRPr lang="en-IN" sz="2500" b="1" dirty="0">
                        <a:latin typeface="Britannic Bold" panose="020B0903060703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200000"/>
                        </a:lnSpc>
                      </a:pPr>
                      <a:endParaRPr lang="en-IN" sz="1800" b="1" i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200000"/>
                        </a:lnSpc>
                      </a:pPr>
                      <a:endParaRPr lang="en-IN" sz="1800" b="1" i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7442955"/>
                  </a:ext>
                </a:extLst>
              </a:tr>
              <a:tr h="996244">
                <a:tc>
                  <a:txBody>
                    <a:bodyPr/>
                    <a:lstStyle/>
                    <a:p>
                      <a:pPr algn="ctr">
                        <a:lnSpc>
                          <a:spcPct val="200000"/>
                        </a:lnSpc>
                      </a:pPr>
                      <a:r>
                        <a:rPr lang="en-IN" sz="2500" b="1" dirty="0">
                          <a:latin typeface="Britannic Bold" panose="020B0903060703020204" pitchFamily="34" charset="0"/>
                        </a:rPr>
                        <a:t>3</a:t>
                      </a:r>
                      <a:r>
                        <a:rPr lang="en-IN" sz="2500" b="1" baseline="30000" dirty="0">
                          <a:latin typeface="Britannic Bold" panose="020B0903060703020204" pitchFamily="34" charset="0"/>
                        </a:rPr>
                        <a:t>rd</a:t>
                      </a:r>
                      <a:endParaRPr lang="en-IN" sz="2500" b="1" dirty="0">
                        <a:latin typeface="Britannic Bold" panose="020B0903060703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200000"/>
                        </a:lnSpc>
                      </a:pPr>
                      <a:endParaRPr lang="en-IN" sz="1800" b="1" i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200000"/>
                        </a:lnSpc>
                      </a:pPr>
                      <a:endParaRPr lang="en-IN" sz="1800" b="1" i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677416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98599536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2DE810-FA41-68D1-504F-36E510D3AF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bg-brown - Law Office of Gary B. Leuchtman">
            <a:extLst>
              <a:ext uri="{FF2B5EF4-FFF2-40B4-BE49-F238E27FC236}">
                <a16:creationId xmlns:a16="http://schemas.microsoft.com/office/drawing/2014/main" id="{676FB6C2-C547-94CC-AD4A-76870794EA8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12192000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8062F484-F161-F115-0151-5542C1D2D9AB}"/>
              </a:ext>
            </a:extLst>
          </p:cNvPr>
          <p:cNvSpPr txBox="1"/>
          <p:nvPr/>
        </p:nvSpPr>
        <p:spPr>
          <a:xfrm>
            <a:off x="47897" y="74991"/>
            <a:ext cx="12096206" cy="212365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N" sz="1600" dirty="0">
                <a:solidFill>
                  <a:schemeClr val="bg1"/>
                </a:solidFill>
                <a:latin typeface="Algerian" panose="04020705040A02060702" pitchFamily="82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AUM SRI SAIRAM</a:t>
            </a:r>
          </a:p>
          <a:p>
            <a:pPr algn="ctr"/>
            <a:r>
              <a:rPr lang="en-IN" sz="2800" b="1" dirty="0">
                <a:solidFill>
                  <a:schemeClr val="accent6">
                    <a:lumMod val="20000"/>
                    <a:lumOff val="80000"/>
                  </a:schemeClr>
                </a:solidFill>
                <a:latin typeface="Algerian" panose="04020705040A02060702" pitchFamily="82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SRI SATHYA SAI SEVA ORGANISATIONS (INDIA)</a:t>
            </a:r>
          </a:p>
          <a:p>
            <a:pPr algn="ctr"/>
            <a:r>
              <a:rPr lang="en-IN" sz="2800" b="1" dirty="0">
                <a:solidFill>
                  <a:schemeClr val="accent6">
                    <a:lumMod val="20000"/>
                    <a:lumOff val="80000"/>
                  </a:schemeClr>
                </a:solidFill>
                <a:latin typeface="Algerian" panose="04020705040A02060702" pitchFamily="82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KANCHIPURAM SOUTH</a:t>
            </a:r>
          </a:p>
          <a:p>
            <a:pPr algn="ctr"/>
            <a:r>
              <a:rPr lang="en-IN" sz="2800" dirty="0">
                <a:solidFill>
                  <a:schemeClr val="accent4">
                    <a:lumMod val="60000"/>
                    <a:lumOff val="40000"/>
                  </a:schemeClr>
                </a:solidFill>
                <a:latin typeface="Algerian" panose="04020705040A02060702" pitchFamily="82" charset="0"/>
              </a:rPr>
              <a:t>DISTRICT LEVEL BALVIKAS TALENT SEARCH</a:t>
            </a:r>
          </a:p>
          <a:p>
            <a:pPr algn="ctr"/>
            <a:r>
              <a:rPr lang="en-IN" sz="2800" dirty="0">
                <a:solidFill>
                  <a:schemeClr val="accent4">
                    <a:lumMod val="60000"/>
                    <a:lumOff val="40000"/>
                  </a:schemeClr>
                </a:solidFill>
                <a:latin typeface="Algerian" panose="04020705040A02060702" pitchFamily="82" charset="0"/>
              </a:rPr>
              <a:t> (DLBTS - 2025)</a:t>
            </a:r>
          </a:p>
        </p:txBody>
      </p:sp>
      <p:pic>
        <p:nvPicPr>
          <p:cNvPr id="6" name="Picture 4" descr="Sathya Sai Babas birthday ...">
            <a:extLst>
              <a:ext uri="{FF2B5EF4-FFF2-40B4-BE49-F238E27FC236}">
                <a16:creationId xmlns:a16="http://schemas.microsoft.com/office/drawing/2014/main" id="{65F0F537-FF47-8892-221A-15DE521CC1A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alphaModFix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00298" y="156754"/>
            <a:ext cx="1202837" cy="1471749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76200" dist="38100" dir="78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contrasting" dir="t">
              <a:rot lat="0" lon="0" rev="4200000"/>
            </a:lightRig>
          </a:scene3d>
          <a:sp3d prstMaterial="plastic">
            <a:bevelT w="381000" h="114300" prst="relaxedInset"/>
            <a:contourClr>
              <a:srgbClr val="969696"/>
            </a:contourClr>
          </a:sp3d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Picture 4" descr="Logo of the Sri Sathya Sai International Organization | Sri ...">
            <a:extLst>
              <a:ext uri="{FF2B5EF4-FFF2-40B4-BE49-F238E27FC236}">
                <a16:creationId xmlns:a16="http://schemas.microsoft.com/office/drawing/2014/main" id="{A58407DE-5506-076C-6E47-31B7719C29F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634678" y="156754"/>
            <a:ext cx="1461528" cy="1471749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76200" dist="38100" dir="78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contrasting" dir="t">
              <a:rot lat="0" lon="0" rev="4200000"/>
            </a:lightRig>
          </a:scene3d>
          <a:sp3d prstMaterial="plastic">
            <a:bevelT w="381000" h="114300" prst="relaxedInset"/>
            <a:contourClr>
              <a:srgbClr val="969696"/>
            </a:contourClr>
          </a:sp3d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AE7C27F6-F480-2DD8-2641-67D31CA13537}"/>
              </a:ext>
            </a:extLst>
          </p:cNvPr>
          <p:cNvSpPr txBox="1"/>
          <p:nvPr/>
        </p:nvSpPr>
        <p:spPr>
          <a:xfrm flipH="1">
            <a:off x="106057" y="6331914"/>
            <a:ext cx="277260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dirty="0">
                <a:solidFill>
                  <a:schemeClr val="accent4">
                    <a:lumMod val="20000"/>
                    <a:lumOff val="80000"/>
                  </a:schemeClr>
                </a:solidFill>
                <a:latin typeface="Algerian" panose="04020705040A02060702" pitchFamily="82" charset="0"/>
              </a:rPr>
              <a:t>LOVE ALL SERVE ALL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FB94DB9-4EF9-47B0-C6CE-8119EE8F7253}"/>
              </a:ext>
            </a:extLst>
          </p:cNvPr>
          <p:cNvSpPr txBox="1"/>
          <p:nvPr/>
        </p:nvSpPr>
        <p:spPr>
          <a:xfrm flipH="1">
            <a:off x="9313334" y="6331914"/>
            <a:ext cx="277260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dirty="0">
                <a:solidFill>
                  <a:schemeClr val="accent4">
                    <a:lumMod val="20000"/>
                    <a:lumOff val="80000"/>
                  </a:schemeClr>
                </a:solidFill>
                <a:latin typeface="Algerian" panose="04020705040A02060702" pitchFamily="82" charset="0"/>
              </a:rPr>
              <a:t>HELP EVER HURT NEVER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904BEFB-93E9-EB6A-768C-63427EA015B3}"/>
              </a:ext>
            </a:extLst>
          </p:cNvPr>
          <p:cNvSpPr txBox="1"/>
          <p:nvPr/>
        </p:nvSpPr>
        <p:spPr>
          <a:xfrm>
            <a:off x="2345266" y="2173248"/>
            <a:ext cx="7501466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IN" sz="3000" dirty="0">
                <a:solidFill>
                  <a:schemeClr val="accent4">
                    <a:lumMod val="20000"/>
                    <a:lumOff val="80000"/>
                  </a:schemeClr>
                </a:solidFill>
                <a:latin typeface="Britannic Bold" panose="020B0903060703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GROUP 1 </a:t>
            </a:r>
            <a:r>
              <a:rPr lang="en-IN" sz="3000" dirty="0">
                <a:solidFill>
                  <a:schemeClr val="accent4">
                    <a:lumMod val="20000"/>
                    <a:lumOff val="80000"/>
                  </a:schemeClr>
                </a:solidFill>
                <a:latin typeface="Britannic Bold" panose="020B0903060703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  <a:sym typeface="Wingdings" panose="05000000000000000000" pitchFamily="2" charset="2"/>
              </a:rPr>
              <a:t> DEVOTIONAL SINGING (GIRLS)</a:t>
            </a:r>
            <a:endParaRPr lang="en-IN" sz="3000" dirty="0">
              <a:solidFill>
                <a:schemeClr val="accent4">
                  <a:lumMod val="20000"/>
                  <a:lumOff val="80000"/>
                </a:schemeClr>
              </a:solidFill>
              <a:latin typeface="Britannic Bold" panose="020B0903060703020204" pitchFamily="34" charset="0"/>
              <a:ea typeface="Sans Serif Collection" panose="020B0502040504020204" pitchFamily="34" charset="0"/>
              <a:cs typeface="Sans Serif Collection" panose="020B0502040504020204" pitchFamily="34" charset="0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A683CE66-B8F4-EC05-FE6A-1D1DAC3907AB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2997200"/>
          <a:ext cx="8127999" cy="2988732"/>
        </p:xfrm>
        <a:graphic>
          <a:graphicData uri="http://schemas.openxmlformats.org/drawingml/2006/table">
            <a:tbl>
              <a:tblPr firstRow="1" bandRow="1">
                <a:tableStyleId>{69CF1AB2-1976-4502-BF36-3FF5EA218861}</a:tableStyleId>
              </a:tblPr>
              <a:tblGrid>
                <a:gridCol w="2709333">
                  <a:extLst>
                    <a:ext uri="{9D8B030D-6E8A-4147-A177-3AD203B41FA5}">
                      <a16:colId xmlns:a16="http://schemas.microsoft.com/office/drawing/2014/main" val="461909198"/>
                    </a:ext>
                  </a:extLst>
                </a:gridCol>
                <a:gridCol w="2709333">
                  <a:extLst>
                    <a:ext uri="{9D8B030D-6E8A-4147-A177-3AD203B41FA5}">
                      <a16:colId xmlns:a16="http://schemas.microsoft.com/office/drawing/2014/main" val="1814559221"/>
                    </a:ext>
                  </a:extLst>
                </a:gridCol>
                <a:gridCol w="2709333">
                  <a:extLst>
                    <a:ext uri="{9D8B030D-6E8A-4147-A177-3AD203B41FA5}">
                      <a16:colId xmlns:a16="http://schemas.microsoft.com/office/drawing/2014/main" val="2349627817"/>
                    </a:ext>
                  </a:extLst>
                </a:gridCol>
              </a:tblGrid>
              <a:tr h="996244">
                <a:tc>
                  <a:txBody>
                    <a:bodyPr/>
                    <a:lstStyle/>
                    <a:p>
                      <a:pPr algn="ctr">
                        <a:lnSpc>
                          <a:spcPct val="200000"/>
                        </a:lnSpc>
                      </a:pPr>
                      <a:r>
                        <a:rPr lang="en-IN" sz="2500" b="1" dirty="0">
                          <a:latin typeface="Britannic Bold" panose="020B0903060703020204" pitchFamily="34" charset="0"/>
                        </a:rPr>
                        <a:t>1</a:t>
                      </a:r>
                      <a:r>
                        <a:rPr lang="en-IN" sz="2500" b="1" baseline="30000" dirty="0">
                          <a:latin typeface="Britannic Bold" panose="020B0903060703020204" pitchFamily="34" charset="0"/>
                        </a:rPr>
                        <a:t>st</a:t>
                      </a:r>
                      <a:endParaRPr lang="en-IN" sz="2500" b="1" dirty="0">
                        <a:latin typeface="Britannic Bold" panose="020B0903060703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200000"/>
                        </a:lnSpc>
                      </a:pPr>
                      <a:endParaRPr lang="en-IN" sz="1800" b="1" i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200000"/>
                        </a:lnSpc>
                      </a:pPr>
                      <a:endParaRPr lang="en-IN" sz="1800" b="1" i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36360187"/>
                  </a:ext>
                </a:extLst>
              </a:tr>
              <a:tr h="996244">
                <a:tc>
                  <a:txBody>
                    <a:bodyPr/>
                    <a:lstStyle/>
                    <a:p>
                      <a:pPr algn="ctr">
                        <a:lnSpc>
                          <a:spcPct val="200000"/>
                        </a:lnSpc>
                      </a:pPr>
                      <a:r>
                        <a:rPr lang="en-IN" sz="2500" b="1" dirty="0">
                          <a:latin typeface="Britannic Bold" panose="020B0903060703020204" pitchFamily="34" charset="0"/>
                        </a:rPr>
                        <a:t>2</a:t>
                      </a:r>
                      <a:r>
                        <a:rPr lang="en-IN" sz="2500" b="1" baseline="30000" dirty="0">
                          <a:latin typeface="Britannic Bold" panose="020B0903060703020204" pitchFamily="34" charset="0"/>
                        </a:rPr>
                        <a:t>nd</a:t>
                      </a:r>
                      <a:endParaRPr lang="en-IN" sz="2500" b="1" dirty="0">
                        <a:latin typeface="Britannic Bold" panose="020B0903060703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200000"/>
                        </a:lnSpc>
                      </a:pPr>
                      <a:endParaRPr lang="en-IN" sz="1800" b="1" i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200000"/>
                        </a:lnSpc>
                      </a:pPr>
                      <a:endParaRPr lang="en-IN" sz="1800" b="1" i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7442955"/>
                  </a:ext>
                </a:extLst>
              </a:tr>
              <a:tr h="996244">
                <a:tc>
                  <a:txBody>
                    <a:bodyPr/>
                    <a:lstStyle/>
                    <a:p>
                      <a:pPr algn="ctr">
                        <a:lnSpc>
                          <a:spcPct val="200000"/>
                        </a:lnSpc>
                      </a:pPr>
                      <a:r>
                        <a:rPr lang="en-IN" sz="2500" b="1" dirty="0">
                          <a:latin typeface="Britannic Bold" panose="020B0903060703020204" pitchFamily="34" charset="0"/>
                        </a:rPr>
                        <a:t>3</a:t>
                      </a:r>
                      <a:r>
                        <a:rPr lang="en-IN" sz="2500" b="1" baseline="30000" dirty="0">
                          <a:latin typeface="Britannic Bold" panose="020B0903060703020204" pitchFamily="34" charset="0"/>
                        </a:rPr>
                        <a:t>rd</a:t>
                      </a:r>
                      <a:endParaRPr lang="en-IN" sz="2500" b="1" dirty="0">
                        <a:latin typeface="Britannic Bold" panose="020B0903060703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200000"/>
                        </a:lnSpc>
                      </a:pPr>
                      <a:endParaRPr lang="en-IN" sz="1800" b="1" i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200000"/>
                        </a:lnSpc>
                      </a:pPr>
                      <a:endParaRPr lang="en-IN" sz="1800" b="1" i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677416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08323861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AC775D-E02C-EC2F-C32C-F501BD877F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bg-brown - Law Office of Gary B. Leuchtman">
            <a:extLst>
              <a:ext uri="{FF2B5EF4-FFF2-40B4-BE49-F238E27FC236}">
                <a16:creationId xmlns:a16="http://schemas.microsoft.com/office/drawing/2014/main" id="{5CBDEF8F-7FF8-5D76-D052-9482D7CF009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12192000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03A326C0-7378-5E45-7270-6CAF15EEC2AC}"/>
              </a:ext>
            </a:extLst>
          </p:cNvPr>
          <p:cNvSpPr txBox="1"/>
          <p:nvPr/>
        </p:nvSpPr>
        <p:spPr>
          <a:xfrm>
            <a:off x="47897" y="74991"/>
            <a:ext cx="12096206" cy="212365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N" sz="1600" dirty="0">
                <a:solidFill>
                  <a:schemeClr val="bg1"/>
                </a:solidFill>
                <a:latin typeface="Algerian" panose="04020705040A02060702" pitchFamily="82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AUM SRI SAIRAM</a:t>
            </a:r>
          </a:p>
          <a:p>
            <a:pPr algn="ctr"/>
            <a:r>
              <a:rPr lang="en-IN" sz="2800" b="1" dirty="0">
                <a:solidFill>
                  <a:schemeClr val="accent6">
                    <a:lumMod val="20000"/>
                    <a:lumOff val="80000"/>
                  </a:schemeClr>
                </a:solidFill>
                <a:latin typeface="Algerian" panose="04020705040A02060702" pitchFamily="82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SRI SATHYA SAI SEVA ORGANISATIONS (INDIA)</a:t>
            </a:r>
          </a:p>
          <a:p>
            <a:pPr algn="ctr"/>
            <a:r>
              <a:rPr lang="en-IN" sz="2800" b="1">
                <a:solidFill>
                  <a:schemeClr val="accent6">
                    <a:lumMod val="20000"/>
                    <a:lumOff val="80000"/>
                  </a:schemeClr>
                </a:solidFill>
                <a:latin typeface="Algerian" panose="04020705040A02060702" pitchFamily="82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KANCHIPURAM </a:t>
            </a:r>
            <a:r>
              <a:rPr lang="en-IN" sz="2800" b="1" dirty="0">
                <a:solidFill>
                  <a:schemeClr val="accent6">
                    <a:lumMod val="20000"/>
                    <a:lumOff val="80000"/>
                  </a:schemeClr>
                </a:solidFill>
                <a:latin typeface="Algerian" panose="04020705040A02060702" pitchFamily="82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SOUTH</a:t>
            </a:r>
          </a:p>
          <a:p>
            <a:pPr algn="ctr"/>
            <a:r>
              <a:rPr lang="en-IN" sz="2800" dirty="0">
                <a:solidFill>
                  <a:schemeClr val="accent4">
                    <a:lumMod val="60000"/>
                    <a:lumOff val="40000"/>
                  </a:schemeClr>
                </a:solidFill>
                <a:latin typeface="Algerian" panose="04020705040A02060702" pitchFamily="82" charset="0"/>
              </a:rPr>
              <a:t>DISTRICT LEVEL BALVIKAS TALENT SEARCH</a:t>
            </a:r>
          </a:p>
          <a:p>
            <a:pPr algn="ctr"/>
            <a:r>
              <a:rPr lang="en-IN" sz="2800" dirty="0">
                <a:solidFill>
                  <a:schemeClr val="accent4">
                    <a:lumMod val="60000"/>
                    <a:lumOff val="40000"/>
                  </a:schemeClr>
                </a:solidFill>
                <a:latin typeface="Algerian" panose="04020705040A02060702" pitchFamily="82" charset="0"/>
              </a:rPr>
              <a:t> (DLBTS - 2025)</a:t>
            </a:r>
          </a:p>
        </p:txBody>
      </p:sp>
      <p:pic>
        <p:nvPicPr>
          <p:cNvPr id="6" name="Picture 4" descr="Sathya Sai Babas birthday ...">
            <a:extLst>
              <a:ext uri="{FF2B5EF4-FFF2-40B4-BE49-F238E27FC236}">
                <a16:creationId xmlns:a16="http://schemas.microsoft.com/office/drawing/2014/main" id="{0E211AE6-BEB2-8D4D-469D-EC615B60C45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alphaModFix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00298" y="156754"/>
            <a:ext cx="1202837" cy="1471749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76200" dist="38100" dir="78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contrasting" dir="t">
              <a:rot lat="0" lon="0" rev="4200000"/>
            </a:lightRig>
          </a:scene3d>
          <a:sp3d prstMaterial="plastic">
            <a:bevelT w="381000" h="114300" prst="relaxedInset"/>
            <a:contourClr>
              <a:srgbClr val="969696"/>
            </a:contourClr>
          </a:sp3d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Picture 4" descr="Logo of the Sri Sathya Sai International Organization | Sri ...">
            <a:extLst>
              <a:ext uri="{FF2B5EF4-FFF2-40B4-BE49-F238E27FC236}">
                <a16:creationId xmlns:a16="http://schemas.microsoft.com/office/drawing/2014/main" id="{57BAA1E0-7179-5006-0B87-4A2E2826470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634678" y="156754"/>
            <a:ext cx="1461528" cy="1471749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76200" dist="38100" dir="78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contrasting" dir="t">
              <a:rot lat="0" lon="0" rev="4200000"/>
            </a:lightRig>
          </a:scene3d>
          <a:sp3d prstMaterial="plastic">
            <a:bevelT w="381000" h="114300" prst="relaxedInset"/>
            <a:contourClr>
              <a:srgbClr val="969696"/>
            </a:contourClr>
          </a:sp3d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16E73FFC-357D-EA8F-3F2A-4D3E60545440}"/>
              </a:ext>
            </a:extLst>
          </p:cNvPr>
          <p:cNvSpPr txBox="1"/>
          <p:nvPr/>
        </p:nvSpPr>
        <p:spPr>
          <a:xfrm flipH="1">
            <a:off x="106057" y="6331914"/>
            <a:ext cx="277260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dirty="0">
                <a:solidFill>
                  <a:schemeClr val="accent4">
                    <a:lumMod val="20000"/>
                    <a:lumOff val="80000"/>
                  </a:schemeClr>
                </a:solidFill>
                <a:latin typeface="Algerian" panose="04020705040A02060702" pitchFamily="82" charset="0"/>
              </a:rPr>
              <a:t>LOVE ALL SERVE ALL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CD069DD-14A8-688B-A25F-124BEBE68846}"/>
              </a:ext>
            </a:extLst>
          </p:cNvPr>
          <p:cNvSpPr txBox="1"/>
          <p:nvPr/>
        </p:nvSpPr>
        <p:spPr>
          <a:xfrm flipH="1">
            <a:off x="9313334" y="6331914"/>
            <a:ext cx="277260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dirty="0">
                <a:solidFill>
                  <a:schemeClr val="accent4">
                    <a:lumMod val="20000"/>
                    <a:lumOff val="80000"/>
                  </a:schemeClr>
                </a:solidFill>
                <a:latin typeface="Algerian" panose="04020705040A02060702" pitchFamily="82" charset="0"/>
              </a:rPr>
              <a:t>HELP EVER HURT NEVER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782E4AB-52EA-4E42-055D-1C8848273A98}"/>
              </a:ext>
            </a:extLst>
          </p:cNvPr>
          <p:cNvSpPr txBox="1"/>
          <p:nvPr/>
        </p:nvSpPr>
        <p:spPr>
          <a:xfrm>
            <a:off x="3014134" y="2796401"/>
            <a:ext cx="6163732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IN" sz="4000" dirty="0">
                <a:solidFill>
                  <a:schemeClr val="accent4">
                    <a:lumMod val="20000"/>
                    <a:lumOff val="80000"/>
                  </a:schemeClr>
                </a:solidFill>
                <a:latin typeface="Britannic Bold" panose="020B0903060703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JAI SAIRAM</a:t>
            </a:r>
          </a:p>
        </p:txBody>
      </p:sp>
      <p:pic>
        <p:nvPicPr>
          <p:cNvPr id="1026" name="Picture 2" descr="The Lotus Feet - Sai Sarathi">
            <a:extLst>
              <a:ext uri="{FF2B5EF4-FFF2-40B4-BE49-F238E27FC236}">
                <a16:creationId xmlns:a16="http://schemas.microsoft.com/office/drawing/2014/main" id="{F9A22D46-963C-A890-23A6-8DB27B54E28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68296" y="3586873"/>
            <a:ext cx="3055408" cy="2380002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76200" dist="38100" dir="78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contrasting" dir="t">
              <a:rot lat="0" lon="0" rev="4200000"/>
            </a:lightRig>
          </a:scene3d>
          <a:sp3d prstMaterial="plastic">
            <a:bevelT w="381000" h="114300" prst="relaxedInset"/>
            <a:contourClr>
              <a:srgbClr val="969696"/>
            </a:contourClr>
          </a:sp3d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22358128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160</TotalTime>
  <Words>470</Words>
  <Application>Microsoft Office PowerPoint</Application>
  <PresentationFormat>Widescreen</PresentationFormat>
  <Paragraphs>123</Paragraphs>
  <Slides>12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8" baseType="lpstr">
      <vt:lpstr>Algerian</vt:lpstr>
      <vt:lpstr>Arial</vt:lpstr>
      <vt:lpstr>Britannic Bold</vt:lpstr>
      <vt:lpstr>Calibri</vt:lpstr>
      <vt:lpstr>Calibri Light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Tejeswar S</dc:creator>
  <cp:lastModifiedBy>Tejeswar S</cp:lastModifiedBy>
  <cp:revision>78</cp:revision>
  <dcterms:created xsi:type="dcterms:W3CDTF">2025-10-04T18:01:16Z</dcterms:created>
  <dcterms:modified xsi:type="dcterms:W3CDTF">2026-09-03T03:21:52Z</dcterms:modified>
</cp:coreProperties>
</file>