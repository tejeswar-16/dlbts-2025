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1" r:id="rId2"/>
    <p:sldId id="26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92" r:id="rId11"/>
    <p:sldId id="293" r:id="rId12"/>
    <p:sldId id="29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21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8101A2-AC81-4C84-9E51-3D77E367BB91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6DB50-7849-4FB0-82C5-8FBB09E6B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154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6DB50-7849-4FB0-82C5-8FBB09E6BE8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782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6FDB-3077-E398-1FEC-5694007F0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46051-C42B-4C5E-B778-178433496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BA239-04C8-E7D7-92FE-65A326CBF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3D846-1AF9-4F97-909D-D91FC385E87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34086-527A-6B50-2EE2-C35EE9151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27320-F835-176D-DC79-52560C683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25878-9AED-4452-B25B-6B14E4502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754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C4CAA-30E2-621F-426D-E2A934B6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A570B-8664-342F-017E-661355A6E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9943A-7E8D-644B-6A83-B995AD181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3D846-1AF9-4F97-909D-D91FC385E87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60024-0172-5A79-52FB-4CD5813E6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82188-9528-9477-9518-52316252E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25878-9AED-4452-B25B-6B14E4502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31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B0EE9-9481-4F01-5AC5-A58B95B8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504C9-2A0F-2107-BBD7-FE9A1CCE9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9B628-23A2-D91B-C013-903A7C385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3D846-1AF9-4F97-909D-D91FC385E87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610CE-6F61-7C27-35F5-60CDBB89A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041CB-CF2C-A816-C526-FA7039CF9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25878-9AED-4452-B25B-6B14E4502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636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22CC4-3175-CF04-475E-50B95DB8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2FD7F-6231-9242-A36B-C37B0003B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64164-FF3E-E12D-0D2D-B9A403A26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F2CCA-E715-32D9-2B07-53D0AE78F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3D846-1AF9-4F97-909D-D91FC385E87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547F2-362B-BDF6-D172-54424B16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32B99-3917-F18C-36D7-9EF90F3CF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25878-9AED-4452-B25B-6B14E4502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14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6ED0-A6C5-FC2E-BBAD-F14CE7BF2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835B8-F5C5-2433-7172-1ADD5DE91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A384E-89D6-4DF2-6AA4-2907E694C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9FA5AC-7A15-E536-B4BE-677F3DED2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54674-6372-2CA0-2834-7313E115A5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91B06A-2FC8-C2F6-F23D-338A8105E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3D846-1AF9-4F97-909D-D91FC385E87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495CA1-2989-529B-0EE4-699FBF5CA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3B0062-BE96-8EE9-8579-CAD742DB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25878-9AED-4452-B25B-6B14E4502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14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D20E0-5478-6DD4-B994-8FF65996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5D6F49-DE70-9A8D-E70B-4CB6FACAD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3D846-1AF9-4F97-909D-D91FC385E87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6A2D13-1686-C40A-A023-278265D66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2E3F7-43E6-8AD6-80A0-D436F93F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25878-9AED-4452-B25B-6B14E4502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30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6EF932-CAA0-37E2-0F40-4905763D0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3D846-1AF9-4F97-909D-D91FC385E87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C6DE5D-D6AB-F417-2EE3-DE7F7E56D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8F45C-29E7-D3A9-4738-FF4473650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25878-9AED-4452-B25B-6B14E4502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7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8F0C-FFB1-0829-E4A5-98A91C125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B1476-5F49-5077-46D4-1550DC35A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E9EB5-8D61-7BB9-CE49-27EA0B5AD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9997B-3403-1EBF-CB52-5F4D138B7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3D846-1AF9-4F97-909D-D91FC385E87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649CF-B4ED-96AE-8DF1-CCA3330C6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D1F79-7728-740D-9707-59054DFEA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25878-9AED-4452-B25B-6B14E4502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797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A94F2-C1B2-7DBF-9184-60B16DA98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3B951-B252-F1F6-F45A-9FA74F83DE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BD72B-6B10-BBDE-E559-A6A86E148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1C428-0DC9-8B64-B3BB-96318DA64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3D846-1AF9-4F97-909D-D91FC385E87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90AD9-639F-A5E0-FD6A-83F597C86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3FD41-E82A-6EEA-C1EF-D82DCD49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25878-9AED-4452-B25B-6B14E4502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58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B995-DC13-2CDC-8577-5FBF5748F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4ABE7-A8CA-B297-74C7-CBEAAE03B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03559-8C5C-C06A-3FF8-E8F0C1C4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3D846-1AF9-4F97-909D-D91FC385E87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ADF0D-F1FA-77E7-2FB3-94147075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A677E-210A-4882-18BC-992951898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25878-9AED-4452-B25B-6B14E4502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46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05E04E-B5FD-0D6D-4BCE-08744FF9A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8A500-3BC4-8FB5-E03D-79F8E841B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16CF2-5A4E-E33E-59FC-64B6BA92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3D846-1AF9-4F97-909D-D91FC385E87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2E061-EDD1-7D5C-7A8C-B75EC92D5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A4214-222E-39E8-3E89-33D51B5F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25878-9AED-4452-B25B-6B14E4502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406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5CC78D-5E24-BDAC-C7DE-99AD71556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048C0-87D8-A9DE-F6F1-B13747D9F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46B41-C552-D73C-DAD0-4B8C426DC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3D846-1AF9-4F97-909D-D91FC385E87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24A6A-287E-9DE1-F24D-A81EFDC21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15238-A7D3-D34C-38E2-F37EA291B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25878-9AED-4452-B25B-6B14E4502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33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E93E7-8F51-E8EA-5636-38B8D10F2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g-brown - Law Office of Gary B. Leuchtman">
            <a:extLst>
              <a:ext uri="{FF2B5EF4-FFF2-40B4-BE49-F238E27FC236}">
                <a16:creationId xmlns:a16="http://schemas.microsoft.com/office/drawing/2014/main" id="{8B143217-30AA-EA91-C526-193769D2E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7530F-14E0-8275-2FEA-F1C946FAB6B2}"/>
              </a:ext>
            </a:extLst>
          </p:cNvPr>
          <p:cNvSpPr txBox="1"/>
          <p:nvPr/>
        </p:nvSpPr>
        <p:spPr>
          <a:xfrm>
            <a:off x="47897" y="74991"/>
            <a:ext cx="12096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AUM SRI SAIRAM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SRI SATHYA SAI SEVA ORGANISATIONS (INDIA)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KANCHIPURAM SOUTH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D5174D-9BCF-07E7-1BDA-DF4693904F48}"/>
              </a:ext>
            </a:extLst>
          </p:cNvPr>
          <p:cNvSpPr txBox="1"/>
          <p:nvPr/>
        </p:nvSpPr>
        <p:spPr>
          <a:xfrm flipH="1">
            <a:off x="106057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LOVE ALL SERVE 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D3EDB4-B244-77AD-7EAE-8567A3A395CF}"/>
              </a:ext>
            </a:extLst>
          </p:cNvPr>
          <p:cNvSpPr txBox="1"/>
          <p:nvPr/>
        </p:nvSpPr>
        <p:spPr>
          <a:xfrm flipH="1">
            <a:off x="9313334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HELP EVER HURT NEVER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086C5F-215A-AF8D-5D82-6F385A61FF52}"/>
              </a:ext>
            </a:extLst>
          </p:cNvPr>
          <p:cNvSpPr txBox="1"/>
          <p:nvPr/>
        </p:nvSpPr>
        <p:spPr>
          <a:xfrm>
            <a:off x="596902" y="1628503"/>
            <a:ext cx="1111673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DISTRICT LEVEL BALVIKAS TALENT SEARCH</a:t>
            </a:r>
          </a:p>
          <a:p>
            <a:pPr algn="ctr"/>
            <a:r>
              <a:rPr lang="en-IN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 (DLBTS - 2025)</a:t>
            </a:r>
          </a:p>
          <a:p>
            <a:pPr algn="ctr"/>
            <a:endParaRPr lang="en-IN" sz="4000" dirty="0">
              <a:solidFill>
                <a:schemeClr val="accent4">
                  <a:lumMod val="20000"/>
                  <a:lumOff val="80000"/>
                </a:schemeClr>
              </a:solidFill>
              <a:latin typeface="Britannic Bold" panose="020B0903060703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706D83-8FF2-B76A-C236-CC7EE00E3E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67" y="156754"/>
            <a:ext cx="3020250" cy="1471749"/>
          </a:xfrm>
          <a:prstGeom prst="rect">
            <a:avLst/>
          </a:prstGeom>
        </p:spPr>
      </p:pic>
      <p:pic>
        <p:nvPicPr>
          <p:cNvPr id="8" name="Picture 7" descr="PICTURE: SWAMI IN ORANGE ROBE, LOOKING AT YOU, AND BLESSING – BRINDAVAN  (16″ X 24″) | Sathya Sai Book Store, Tustin, California, USA">
            <a:extLst>
              <a:ext uri="{FF2B5EF4-FFF2-40B4-BE49-F238E27FC236}">
                <a16:creationId xmlns:a16="http://schemas.microsoft.com/office/drawing/2014/main" id="{DA8A110E-B177-AF1B-B8B4-6A77B8B4D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467" y="2929465"/>
            <a:ext cx="3039533" cy="3670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0FFB12-3EE2-D3A5-BB49-673C02DA11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7" y="237068"/>
            <a:ext cx="1388534" cy="13914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32488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85B6-2978-4893-A097-BE452A452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g-brown - Law Office of Gary B. Leuchtman">
            <a:extLst>
              <a:ext uri="{FF2B5EF4-FFF2-40B4-BE49-F238E27FC236}">
                <a16:creationId xmlns:a16="http://schemas.microsoft.com/office/drawing/2014/main" id="{F7BB7680-630A-573B-4A0B-F0409352A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DF270E-9EB7-A51D-49B7-68EE898E65B5}"/>
              </a:ext>
            </a:extLst>
          </p:cNvPr>
          <p:cNvSpPr txBox="1"/>
          <p:nvPr/>
        </p:nvSpPr>
        <p:spPr>
          <a:xfrm>
            <a:off x="47897" y="74991"/>
            <a:ext cx="120962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AUM SRI SAIRAM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SRI SATHYA SAI SEVA ORGANISATIONS (INDIA)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KANCHIPURAM SOUTH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DISTRICT LEVEL BALVIKAS TALENT SEARCH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 (DLBTS - 2025)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613CF6-D91C-6E1A-4C8F-098A5A098BAF}"/>
              </a:ext>
            </a:extLst>
          </p:cNvPr>
          <p:cNvSpPr txBox="1"/>
          <p:nvPr/>
        </p:nvSpPr>
        <p:spPr>
          <a:xfrm flipH="1">
            <a:off x="106057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LOVE ALL SERVE 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BB41B0-FE8D-9319-A8B8-855A00F02F0F}"/>
              </a:ext>
            </a:extLst>
          </p:cNvPr>
          <p:cNvSpPr txBox="1"/>
          <p:nvPr/>
        </p:nvSpPr>
        <p:spPr>
          <a:xfrm flipH="1">
            <a:off x="9313334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HELP EVER HURT NEVER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CE8C7F-476D-FEAF-8E6F-6236DB94399B}"/>
              </a:ext>
            </a:extLst>
          </p:cNvPr>
          <p:cNvSpPr txBox="1"/>
          <p:nvPr/>
        </p:nvSpPr>
        <p:spPr>
          <a:xfrm>
            <a:off x="3014134" y="3152001"/>
            <a:ext cx="61637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1 EVENTS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0DBDB7-2D6A-14E8-EEDA-AF45A19B7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67" y="156754"/>
            <a:ext cx="3020250" cy="14717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1DF9B3-B75D-8380-EE3A-B4C7DE12C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7" y="237068"/>
            <a:ext cx="1388534" cy="13914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83559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g-brown - Law Office of Gary B. Leuchtman">
            <a:extLst>
              <a:ext uri="{FF2B5EF4-FFF2-40B4-BE49-F238E27FC236}">
                <a16:creationId xmlns:a16="http://schemas.microsoft.com/office/drawing/2014/main" id="{90F83AEA-E9B3-7E85-A0FE-0572222B0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F23426-7A89-50E7-B52A-9E2E494C9445}"/>
              </a:ext>
            </a:extLst>
          </p:cNvPr>
          <p:cNvSpPr txBox="1"/>
          <p:nvPr/>
        </p:nvSpPr>
        <p:spPr>
          <a:xfrm>
            <a:off x="47897" y="74991"/>
            <a:ext cx="120962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AUM SRI SAIRAM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SRI SATHYA SAI SEVA ORGANISATIONS (INDIA)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KANCHIPURAM SOUTH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DISTRICT LEVEL BALVIKAS TALENT SEARCH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 (DLBTS - 2025)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EE4EA2-614D-496C-2289-EE4E3C2C2EE0}"/>
              </a:ext>
            </a:extLst>
          </p:cNvPr>
          <p:cNvSpPr txBox="1"/>
          <p:nvPr/>
        </p:nvSpPr>
        <p:spPr>
          <a:xfrm flipH="1">
            <a:off x="106057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LOVE ALL SERVE 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A7D6F-226B-87EA-C33F-1370DFDFD5AD}"/>
              </a:ext>
            </a:extLst>
          </p:cNvPr>
          <p:cNvSpPr txBox="1"/>
          <p:nvPr/>
        </p:nvSpPr>
        <p:spPr>
          <a:xfrm flipH="1">
            <a:off x="9313334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HELP EVER HURT NEVER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70E2B9-A0BB-E3AD-429C-40D9DCD971C0}"/>
              </a:ext>
            </a:extLst>
          </p:cNvPr>
          <p:cNvSpPr txBox="1"/>
          <p:nvPr/>
        </p:nvSpPr>
        <p:spPr>
          <a:xfrm>
            <a:off x="3014134" y="2198649"/>
            <a:ext cx="61637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1 </a:t>
            </a:r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Wingdings" panose="05000000000000000000" pitchFamily="2" charset="2"/>
              </a:rPr>
              <a:t> BHAJANS</a:t>
            </a:r>
            <a:endParaRPr lang="en-IN" sz="3000" dirty="0">
              <a:solidFill>
                <a:schemeClr val="accent4">
                  <a:lumMod val="20000"/>
                  <a:lumOff val="80000"/>
                </a:schemeClr>
              </a:solidFill>
              <a:latin typeface="Britannic Bold" panose="020B0903060703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9C04D9-2A5B-AF77-8B81-02F5004FA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235120"/>
              </p:ext>
            </p:extLst>
          </p:nvPr>
        </p:nvGraphicFramePr>
        <p:xfrm>
          <a:off x="2032000" y="2997200"/>
          <a:ext cx="8127999" cy="298873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619091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145592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49627817"/>
                    </a:ext>
                  </a:extLst>
                </a:gridCol>
              </a:tblGrid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1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st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360187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2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nd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42955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3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rd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16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23F7DB9-5FD5-9F18-16C6-34F585BF04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67" y="156754"/>
            <a:ext cx="3020250" cy="14717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DA82DF-8261-55F8-354E-98C0551439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7" y="237068"/>
            <a:ext cx="1388534" cy="13914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15924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6F412-2077-32FD-5207-A1EE1002F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g-brown - Law Office of Gary B. Leuchtman">
            <a:extLst>
              <a:ext uri="{FF2B5EF4-FFF2-40B4-BE49-F238E27FC236}">
                <a16:creationId xmlns:a16="http://schemas.microsoft.com/office/drawing/2014/main" id="{1850F305-1DC3-E2D3-0B64-4E494FA29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88E863-4414-378A-78F0-5A7D78C8A74E}"/>
              </a:ext>
            </a:extLst>
          </p:cNvPr>
          <p:cNvSpPr txBox="1"/>
          <p:nvPr/>
        </p:nvSpPr>
        <p:spPr>
          <a:xfrm>
            <a:off x="47897" y="74991"/>
            <a:ext cx="120962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AUM SRI SAIRAM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SRI SATHYA SAI SEVA ORGANISATIONS (INDIA)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KANCHIPURAM SOUTH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DISTRICT LEVEL BALVIKAS TALENT SEARCH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 (DLBTS - 2025)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DE203E-6FFF-1569-A2FA-336E1B130AF3}"/>
              </a:ext>
            </a:extLst>
          </p:cNvPr>
          <p:cNvSpPr txBox="1"/>
          <p:nvPr/>
        </p:nvSpPr>
        <p:spPr>
          <a:xfrm flipH="1">
            <a:off x="106057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LOVE ALL SERVE 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6936E5-A239-E323-D0B9-BAFB2C8E6FEE}"/>
              </a:ext>
            </a:extLst>
          </p:cNvPr>
          <p:cNvSpPr txBox="1"/>
          <p:nvPr/>
        </p:nvSpPr>
        <p:spPr>
          <a:xfrm flipH="1">
            <a:off x="9313334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HELP EVER HURT NEVER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51C647-644D-7681-8091-7A624A7C5FD4}"/>
              </a:ext>
            </a:extLst>
          </p:cNvPr>
          <p:cNvSpPr txBox="1"/>
          <p:nvPr/>
        </p:nvSpPr>
        <p:spPr>
          <a:xfrm>
            <a:off x="3014134" y="2198649"/>
            <a:ext cx="61637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1 </a:t>
            </a:r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Wingdings" panose="05000000000000000000" pitchFamily="2" charset="2"/>
              </a:rPr>
              <a:t> SLOKAS</a:t>
            </a:r>
            <a:endParaRPr lang="en-IN" sz="3000" dirty="0">
              <a:solidFill>
                <a:schemeClr val="accent4">
                  <a:lumMod val="20000"/>
                  <a:lumOff val="80000"/>
                </a:schemeClr>
              </a:solidFill>
              <a:latin typeface="Britannic Bold" panose="020B0903060703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BDAD37-FDA3-BD76-402E-6DFE43D14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235120"/>
              </p:ext>
            </p:extLst>
          </p:nvPr>
        </p:nvGraphicFramePr>
        <p:xfrm>
          <a:off x="2032000" y="2997200"/>
          <a:ext cx="8127999" cy="298873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619091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145592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49627817"/>
                    </a:ext>
                  </a:extLst>
                </a:gridCol>
              </a:tblGrid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1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st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360187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2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nd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42955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3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rd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16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A1F285B-9424-2F6A-0890-9B07DBC811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67" y="156754"/>
            <a:ext cx="3020250" cy="14717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6CF02B-E89E-15E7-C2EA-477D0E0F46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7" y="237068"/>
            <a:ext cx="1388534" cy="13914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95085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7C66A-A98E-D44A-7B8C-11645CBEF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g-brown - Law Office of Gary B. Leuchtman">
            <a:extLst>
              <a:ext uri="{FF2B5EF4-FFF2-40B4-BE49-F238E27FC236}">
                <a16:creationId xmlns:a16="http://schemas.microsoft.com/office/drawing/2014/main" id="{B57E8631-21CC-58DD-E1D1-08B9B5977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9DA80C-5DE8-C302-6B57-11C020C8131B}"/>
              </a:ext>
            </a:extLst>
          </p:cNvPr>
          <p:cNvSpPr txBox="1"/>
          <p:nvPr/>
        </p:nvSpPr>
        <p:spPr>
          <a:xfrm>
            <a:off x="47897" y="74991"/>
            <a:ext cx="120962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AUM SRI SAIRAM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SRI SATHYA SAI SEVA ORGANISATIONS (INDIA)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KANCHIPURAM SOUTH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DISTRICT LEVEL BALVIKAS TALENT SEARCH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 (DLBTS - 2025)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E4AD23-7543-4C5E-601E-CD3DA49245D8}"/>
              </a:ext>
            </a:extLst>
          </p:cNvPr>
          <p:cNvSpPr txBox="1"/>
          <p:nvPr/>
        </p:nvSpPr>
        <p:spPr>
          <a:xfrm flipH="1">
            <a:off x="106057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LOVE ALL SERVE 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F3054B-06AF-474E-D08D-66C816C26E5A}"/>
              </a:ext>
            </a:extLst>
          </p:cNvPr>
          <p:cNvSpPr txBox="1"/>
          <p:nvPr/>
        </p:nvSpPr>
        <p:spPr>
          <a:xfrm flipH="1">
            <a:off x="9313334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HELP EVER HURT NEVER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C3FF5E-980F-4A04-BB5A-923D7ABDD2EA}"/>
              </a:ext>
            </a:extLst>
          </p:cNvPr>
          <p:cNvSpPr txBox="1"/>
          <p:nvPr/>
        </p:nvSpPr>
        <p:spPr>
          <a:xfrm>
            <a:off x="3014134" y="2198649"/>
            <a:ext cx="61637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1 </a:t>
            </a:r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Wingdings" panose="05000000000000000000" pitchFamily="2" charset="2"/>
              </a:rPr>
              <a:t> VEDAM</a:t>
            </a:r>
            <a:endParaRPr lang="en-IN" sz="3000" dirty="0">
              <a:solidFill>
                <a:schemeClr val="accent4">
                  <a:lumMod val="20000"/>
                  <a:lumOff val="80000"/>
                </a:schemeClr>
              </a:solidFill>
              <a:latin typeface="Britannic Bold" panose="020B0903060703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CFF6DA-05FB-035F-34AB-760F87B44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235120"/>
              </p:ext>
            </p:extLst>
          </p:nvPr>
        </p:nvGraphicFramePr>
        <p:xfrm>
          <a:off x="2032000" y="2997200"/>
          <a:ext cx="8127999" cy="298873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619091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145592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49627817"/>
                    </a:ext>
                  </a:extLst>
                </a:gridCol>
              </a:tblGrid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1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st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360187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2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nd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42955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3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rd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16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2203616-A3BC-0280-F610-1643D1252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67" y="156754"/>
            <a:ext cx="3020250" cy="14717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3F1383-1FFA-4F3D-297A-3BCA0BC4C2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7" y="237068"/>
            <a:ext cx="1388534" cy="13914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76829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06C44-CC3F-A8D0-2794-6DFCDAF1F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g-brown - Law Office of Gary B. Leuchtman">
            <a:extLst>
              <a:ext uri="{FF2B5EF4-FFF2-40B4-BE49-F238E27FC236}">
                <a16:creationId xmlns:a16="http://schemas.microsoft.com/office/drawing/2014/main" id="{58D00A59-4E9F-D372-37CB-4FADB9146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0F122E-5F64-FCE6-9524-B4FF51631575}"/>
              </a:ext>
            </a:extLst>
          </p:cNvPr>
          <p:cNvSpPr txBox="1"/>
          <p:nvPr/>
        </p:nvSpPr>
        <p:spPr>
          <a:xfrm>
            <a:off x="47897" y="74991"/>
            <a:ext cx="120962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AUM SRI SAIRAM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SRI SATHYA SAI SEVA ORGANISATIONS (INDIA)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KANCHIPURAM SOUTH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DISTRICT LEVEL BALVIKAS TALENT SEARCH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 (DLBTS - 2025)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B6DE92-27B4-0AA7-0978-D441DE538789}"/>
              </a:ext>
            </a:extLst>
          </p:cNvPr>
          <p:cNvSpPr txBox="1"/>
          <p:nvPr/>
        </p:nvSpPr>
        <p:spPr>
          <a:xfrm flipH="1">
            <a:off x="106057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LOVE ALL SERVE 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AA8508-15EA-E733-6DA9-76565D021D23}"/>
              </a:ext>
            </a:extLst>
          </p:cNvPr>
          <p:cNvSpPr txBox="1"/>
          <p:nvPr/>
        </p:nvSpPr>
        <p:spPr>
          <a:xfrm flipH="1">
            <a:off x="9313334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HELP EVER HURT NEVER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B073CA-D174-8053-3817-9DDDD0960DC5}"/>
              </a:ext>
            </a:extLst>
          </p:cNvPr>
          <p:cNvSpPr txBox="1"/>
          <p:nvPr/>
        </p:nvSpPr>
        <p:spPr>
          <a:xfrm>
            <a:off x="2922454" y="2198649"/>
            <a:ext cx="61637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1 </a:t>
            </a:r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Wingdings" panose="05000000000000000000" pitchFamily="2" charset="2"/>
              </a:rPr>
              <a:t> TAMIZH CHANTS</a:t>
            </a:r>
            <a:endParaRPr lang="en-IN" sz="3000" dirty="0">
              <a:solidFill>
                <a:schemeClr val="accent4">
                  <a:lumMod val="20000"/>
                  <a:lumOff val="80000"/>
                </a:schemeClr>
              </a:solidFill>
              <a:latin typeface="Britannic Bold" panose="020B0903060703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BD4130-345E-3E2D-58B5-6FD7FCAFA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235120"/>
              </p:ext>
            </p:extLst>
          </p:nvPr>
        </p:nvGraphicFramePr>
        <p:xfrm>
          <a:off x="2032000" y="2997200"/>
          <a:ext cx="8127999" cy="298873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619091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145592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49627817"/>
                    </a:ext>
                  </a:extLst>
                </a:gridCol>
              </a:tblGrid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1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st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360187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2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nd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42955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3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rd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16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3D283D3-439A-06AF-92A9-CB302349B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67" y="156754"/>
            <a:ext cx="3020250" cy="14717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F55820-3E9A-2F69-2FEF-884D5B5E8B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7" y="237068"/>
            <a:ext cx="1388534" cy="13914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90912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557EE-3424-BA12-A801-E99A193CE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g-brown - Law Office of Gary B. Leuchtman">
            <a:extLst>
              <a:ext uri="{FF2B5EF4-FFF2-40B4-BE49-F238E27FC236}">
                <a16:creationId xmlns:a16="http://schemas.microsoft.com/office/drawing/2014/main" id="{2A2C9783-A22A-706F-2C03-E38188851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6C2ED5-92D6-1847-4B7E-2C1FF65C4937}"/>
              </a:ext>
            </a:extLst>
          </p:cNvPr>
          <p:cNvSpPr txBox="1"/>
          <p:nvPr/>
        </p:nvSpPr>
        <p:spPr>
          <a:xfrm>
            <a:off x="47897" y="74991"/>
            <a:ext cx="120962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AUM SRI SAIRAM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SRI SATHYA SAI SEVA ORGANISATIONS (INDIA)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KANCHIPURAM SOUTH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DISTRICT LEVEL BALVIKAS TALENT SEARCH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 (DLBTS - 2025)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49125-4904-B716-10BB-E8F27A83E2F1}"/>
              </a:ext>
            </a:extLst>
          </p:cNvPr>
          <p:cNvSpPr txBox="1"/>
          <p:nvPr/>
        </p:nvSpPr>
        <p:spPr>
          <a:xfrm flipH="1">
            <a:off x="106057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LOVE ALL SERVE 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1FB939-9EA3-76FA-93A6-905F9CD2E526}"/>
              </a:ext>
            </a:extLst>
          </p:cNvPr>
          <p:cNvSpPr txBox="1"/>
          <p:nvPr/>
        </p:nvSpPr>
        <p:spPr>
          <a:xfrm flipH="1">
            <a:off x="9313334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HELP EVER HURT NEVER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9B98CF-1413-F92A-CEC9-C980C135A78E}"/>
              </a:ext>
            </a:extLst>
          </p:cNvPr>
          <p:cNvSpPr txBox="1"/>
          <p:nvPr/>
        </p:nvSpPr>
        <p:spPr>
          <a:xfrm>
            <a:off x="2391832" y="2043926"/>
            <a:ext cx="74083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1 </a:t>
            </a:r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Wingdings" panose="05000000000000000000" pitchFamily="2" charset="2"/>
              </a:rPr>
              <a:t> STORY TELLING (ENGLISH)</a:t>
            </a:r>
            <a:endParaRPr lang="en-IN" sz="3000" dirty="0">
              <a:solidFill>
                <a:schemeClr val="accent4">
                  <a:lumMod val="20000"/>
                  <a:lumOff val="80000"/>
                </a:schemeClr>
              </a:solidFill>
              <a:latin typeface="Britannic Bold" panose="020B0903060703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04C22F-0FB2-B089-BF9E-9BB048407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235120"/>
              </p:ext>
            </p:extLst>
          </p:nvPr>
        </p:nvGraphicFramePr>
        <p:xfrm>
          <a:off x="2032000" y="2997200"/>
          <a:ext cx="8127999" cy="298873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619091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145592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49627817"/>
                    </a:ext>
                  </a:extLst>
                </a:gridCol>
              </a:tblGrid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1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st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360187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2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nd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42955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3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rd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16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3C82E0A-D3A6-3DFD-AC80-7F06FBC545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67" y="156754"/>
            <a:ext cx="3020250" cy="14717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9528C2-B587-A5C6-00F2-5D8DA72BDA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7" y="237068"/>
            <a:ext cx="1388534" cy="13914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77904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501B7-287D-2E5D-DE04-E0C85D369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g-brown - Law Office of Gary B. Leuchtman">
            <a:extLst>
              <a:ext uri="{FF2B5EF4-FFF2-40B4-BE49-F238E27FC236}">
                <a16:creationId xmlns:a16="http://schemas.microsoft.com/office/drawing/2014/main" id="{6618DC3D-B2BE-ADCD-0553-0F39FE766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42BF2E-26A1-7A52-1AE6-B49628292C22}"/>
              </a:ext>
            </a:extLst>
          </p:cNvPr>
          <p:cNvSpPr txBox="1"/>
          <p:nvPr/>
        </p:nvSpPr>
        <p:spPr>
          <a:xfrm>
            <a:off x="47897" y="74991"/>
            <a:ext cx="120962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AUM SRI SAIRAM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SRI SATHYA SAI SEVA ORGANISATIONS (INDIA)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KANCHIPURAM SOUTH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DISTRICT LEVEL BALVIKAS TALENT SEARCH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 (DLBTS - 2025)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7C9486-15BA-EE44-CDB2-1046E778F1A9}"/>
              </a:ext>
            </a:extLst>
          </p:cNvPr>
          <p:cNvSpPr txBox="1"/>
          <p:nvPr/>
        </p:nvSpPr>
        <p:spPr>
          <a:xfrm flipH="1">
            <a:off x="106057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LOVE ALL SERVE 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83EE93-6B74-420C-0ADD-677CF2A3A36B}"/>
              </a:ext>
            </a:extLst>
          </p:cNvPr>
          <p:cNvSpPr txBox="1"/>
          <p:nvPr/>
        </p:nvSpPr>
        <p:spPr>
          <a:xfrm flipH="1">
            <a:off x="9313334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HELP EVER HURT NEVER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A2E22D-3452-5668-9487-61A971E00270}"/>
              </a:ext>
            </a:extLst>
          </p:cNvPr>
          <p:cNvSpPr txBox="1"/>
          <p:nvPr/>
        </p:nvSpPr>
        <p:spPr>
          <a:xfrm>
            <a:off x="2391832" y="2128593"/>
            <a:ext cx="74083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1 </a:t>
            </a:r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Wingdings" panose="05000000000000000000" pitchFamily="2" charset="2"/>
              </a:rPr>
              <a:t> STORY TELLING (TAMIL)</a:t>
            </a:r>
            <a:endParaRPr lang="en-IN" sz="3000" dirty="0">
              <a:solidFill>
                <a:schemeClr val="accent4">
                  <a:lumMod val="20000"/>
                  <a:lumOff val="80000"/>
                </a:schemeClr>
              </a:solidFill>
              <a:latin typeface="Britannic Bold" panose="020B0903060703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922827-A3F5-B6ED-BD74-4B3B982AB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235120"/>
              </p:ext>
            </p:extLst>
          </p:nvPr>
        </p:nvGraphicFramePr>
        <p:xfrm>
          <a:off x="2032000" y="2997200"/>
          <a:ext cx="8127999" cy="298873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619091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145592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49627817"/>
                    </a:ext>
                  </a:extLst>
                </a:gridCol>
              </a:tblGrid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1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st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360187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2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nd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42955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3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rd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1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21A4BCD-6828-B950-AF24-CFCE18849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67" y="156754"/>
            <a:ext cx="3020250" cy="14717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BE6563-B379-A7C9-CD50-BA11D23E8D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7" y="237068"/>
            <a:ext cx="1388534" cy="13914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91635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CC263-1E3A-02DA-A4CC-7A079AF0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g-brown - Law Office of Gary B. Leuchtman">
            <a:extLst>
              <a:ext uri="{FF2B5EF4-FFF2-40B4-BE49-F238E27FC236}">
                <a16:creationId xmlns:a16="http://schemas.microsoft.com/office/drawing/2014/main" id="{A7FB034E-5586-3332-4C35-497807BEE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0F4095-0C23-BA3F-391A-3CE0244EC210}"/>
              </a:ext>
            </a:extLst>
          </p:cNvPr>
          <p:cNvSpPr txBox="1"/>
          <p:nvPr/>
        </p:nvSpPr>
        <p:spPr>
          <a:xfrm>
            <a:off x="47897" y="74991"/>
            <a:ext cx="120962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AUM SRI SAIRAM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SRI SATHYA SAI SEVA ORGANISATIONS (INDIA)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KANCHIPURAM SOUTH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DISTRICT LEVEL BALVIKAS TALENT SEARCH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 (DLBTS - 2025)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EB67DC-9692-97FE-5CFA-E0D31E454ED4}"/>
              </a:ext>
            </a:extLst>
          </p:cNvPr>
          <p:cNvSpPr txBox="1"/>
          <p:nvPr/>
        </p:nvSpPr>
        <p:spPr>
          <a:xfrm flipH="1">
            <a:off x="106057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LOVE ALL SERVE 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0D1FA1-0D71-C74C-C4AC-3FC02C9703E9}"/>
              </a:ext>
            </a:extLst>
          </p:cNvPr>
          <p:cNvSpPr txBox="1"/>
          <p:nvPr/>
        </p:nvSpPr>
        <p:spPr>
          <a:xfrm flipH="1">
            <a:off x="9313334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HELP EVER HURT NEVER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808B30-513B-06F0-B327-B3C6124BFCB2}"/>
              </a:ext>
            </a:extLst>
          </p:cNvPr>
          <p:cNvSpPr txBox="1"/>
          <p:nvPr/>
        </p:nvSpPr>
        <p:spPr>
          <a:xfrm>
            <a:off x="2658533" y="2198649"/>
            <a:ext cx="68749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1 </a:t>
            </a:r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Wingdings" panose="05000000000000000000" pitchFamily="2" charset="2"/>
              </a:rPr>
              <a:t> DRAWING</a:t>
            </a:r>
            <a:endParaRPr lang="en-IN" sz="3000" dirty="0">
              <a:solidFill>
                <a:schemeClr val="accent4">
                  <a:lumMod val="20000"/>
                  <a:lumOff val="80000"/>
                </a:schemeClr>
              </a:solidFill>
              <a:latin typeface="Britannic Bold" panose="020B0903060703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A3B82E-71B3-44C9-6010-4D3337FD0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235120"/>
              </p:ext>
            </p:extLst>
          </p:nvPr>
        </p:nvGraphicFramePr>
        <p:xfrm>
          <a:off x="2032000" y="2997200"/>
          <a:ext cx="8127999" cy="298873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619091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145592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49627817"/>
                    </a:ext>
                  </a:extLst>
                </a:gridCol>
              </a:tblGrid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1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st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360187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2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nd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42955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3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rd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16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86C2CAA-D78F-6F36-E528-1266D62040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67" y="156754"/>
            <a:ext cx="3020250" cy="14717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B7064A-E9D9-75F7-B8BD-9C48065C9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7" y="237068"/>
            <a:ext cx="1388534" cy="13914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23794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C4F82-60F5-B085-3BF5-67C6395F7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g-brown - Law Office of Gary B. Leuchtman">
            <a:extLst>
              <a:ext uri="{FF2B5EF4-FFF2-40B4-BE49-F238E27FC236}">
                <a16:creationId xmlns:a16="http://schemas.microsoft.com/office/drawing/2014/main" id="{87D47826-172D-15CD-36F2-BD49774A5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BCDA92-46CE-6638-0131-ECE67B5FEB3C}"/>
              </a:ext>
            </a:extLst>
          </p:cNvPr>
          <p:cNvSpPr txBox="1"/>
          <p:nvPr/>
        </p:nvSpPr>
        <p:spPr>
          <a:xfrm>
            <a:off x="47897" y="74991"/>
            <a:ext cx="120962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AUM SRI SAIRAM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SRI SATHYA SAI SEVA ORGANISATIONS (INDIA)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KANCHIPURAM SOUTH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DISTRICT LEVEL BALVIKAS TALENT SEARCH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 (DLBTS - 2025)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D02165-CB60-9359-8239-C94F94CAAF9D}"/>
              </a:ext>
            </a:extLst>
          </p:cNvPr>
          <p:cNvSpPr txBox="1"/>
          <p:nvPr/>
        </p:nvSpPr>
        <p:spPr>
          <a:xfrm flipH="1">
            <a:off x="106057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LOVE ALL SERVE 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724411-FA34-0FD7-BF84-25F59F21C599}"/>
              </a:ext>
            </a:extLst>
          </p:cNvPr>
          <p:cNvSpPr txBox="1"/>
          <p:nvPr/>
        </p:nvSpPr>
        <p:spPr>
          <a:xfrm flipH="1">
            <a:off x="9313334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HELP EVER HURT NEVER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9EA2B8-BA41-67D8-A0D3-7BBDB89D4CED}"/>
              </a:ext>
            </a:extLst>
          </p:cNvPr>
          <p:cNvSpPr txBox="1"/>
          <p:nvPr/>
        </p:nvSpPr>
        <p:spPr>
          <a:xfrm>
            <a:off x="2345266" y="2173248"/>
            <a:ext cx="75014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1 </a:t>
            </a:r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Wingdings" panose="05000000000000000000" pitchFamily="2" charset="2"/>
              </a:rPr>
              <a:t> DEVOTIONAL SINGING (BOYS)</a:t>
            </a:r>
            <a:endParaRPr lang="en-IN" sz="3000" dirty="0">
              <a:solidFill>
                <a:schemeClr val="accent4">
                  <a:lumMod val="20000"/>
                  <a:lumOff val="80000"/>
                </a:schemeClr>
              </a:solidFill>
              <a:latin typeface="Britannic Bold" panose="020B0903060703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FB2BE5-AC62-C7E4-98ED-F3B0A73F6F5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997200"/>
          <a:ext cx="8127999" cy="298873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619091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145592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49627817"/>
                    </a:ext>
                  </a:extLst>
                </a:gridCol>
              </a:tblGrid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1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st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360187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2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nd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42955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3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rd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16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6144A85-DE28-AB27-9D87-877C6DC65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67" y="156754"/>
            <a:ext cx="3020250" cy="14717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E3E6EC-6322-9A6A-9CD9-37686D2B88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7" y="237068"/>
            <a:ext cx="1388534" cy="13914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85995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DE810-FA41-68D1-504F-36E510D3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g-brown - Law Office of Gary B. Leuchtman">
            <a:extLst>
              <a:ext uri="{FF2B5EF4-FFF2-40B4-BE49-F238E27FC236}">
                <a16:creationId xmlns:a16="http://schemas.microsoft.com/office/drawing/2014/main" id="{676FB6C2-C547-94CC-AD4A-76870794E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62F484-F161-F115-0151-5542C1D2D9AB}"/>
              </a:ext>
            </a:extLst>
          </p:cNvPr>
          <p:cNvSpPr txBox="1"/>
          <p:nvPr/>
        </p:nvSpPr>
        <p:spPr>
          <a:xfrm>
            <a:off x="47897" y="74991"/>
            <a:ext cx="120962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AUM SRI SAIRAM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SRI SATHYA SAI SEVA ORGANISATIONS (INDIA)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KANCHIPURAM SOUTH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DISTRICT LEVEL BALVIKAS TALENT SEARCH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 (DLBTS - 2025)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7C27F6-F480-2DD8-2641-67D31CA13537}"/>
              </a:ext>
            </a:extLst>
          </p:cNvPr>
          <p:cNvSpPr txBox="1"/>
          <p:nvPr/>
        </p:nvSpPr>
        <p:spPr>
          <a:xfrm flipH="1">
            <a:off x="106057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LOVE ALL SERVE 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B94DB9-4EF9-47B0-C6CE-8119EE8F7253}"/>
              </a:ext>
            </a:extLst>
          </p:cNvPr>
          <p:cNvSpPr txBox="1"/>
          <p:nvPr/>
        </p:nvSpPr>
        <p:spPr>
          <a:xfrm flipH="1">
            <a:off x="9313334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HELP EVER HURT NEVER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04BEFB-93E9-EB6A-768C-63427EA015B3}"/>
              </a:ext>
            </a:extLst>
          </p:cNvPr>
          <p:cNvSpPr txBox="1"/>
          <p:nvPr/>
        </p:nvSpPr>
        <p:spPr>
          <a:xfrm>
            <a:off x="2345266" y="2173248"/>
            <a:ext cx="75014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1 </a:t>
            </a:r>
            <a:r>
              <a:rPr lang="en-IN" sz="3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Wingdings" panose="05000000000000000000" pitchFamily="2" charset="2"/>
              </a:rPr>
              <a:t> DEVOTIONAL SINGING (GIRLS)</a:t>
            </a:r>
            <a:endParaRPr lang="en-IN" sz="3000" dirty="0">
              <a:solidFill>
                <a:schemeClr val="accent4">
                  <a:lumMod val="20000"/>
                  <a:lumOff val="80000"/>
                </a:schemeClr>
              </a:solidFill>
              <a:latin typeface="Britannic Bold" panose="020B0903060703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83CE66-B8F4-EC05-FE6A-1D1DAC3907AB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997200"/>
          <a:ext cx="8127999" cy="298873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619091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145592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49627817"/>
                    </a:ext>
                  </a:extLst>
                </a:gridCol>
              </a:tblGrid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1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st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360187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2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nd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42955"/>
                  </a:ext>
                </a:extLst>
              </a:tr>
              <a:tr h="99624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500" b="1" dirty="0">
                          <a:latin typeface="Britannic Bold" panose="020B0903060703020204" pitchFamily="34" charset="0"/>
                        </a:rPr>
                        <a:t>3</a:t>
                      </a:r>
                      <a:r>
                        <a:rPr lang="en-IN" sz="2500" b="1" baseline="30000" dirty="0">
                          <a:latin typeface="Britannic Bold" panose="020B0903060703020204" pitchFamily="34" charset="0"/>
                        </a:rPr>
                        <a:t>rd</a:t>
                      </a:r>
                      <a:endParaRPr lang="en-IN" sz="2500" b="1" dirty="0"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16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E72F6E2-2915-EFDB-94E9-18E09AE2C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67" y="156754"/>
            <a:ext cx="3020250" cy="14717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EA2E21-21E3-7FE5-1919-2C613810B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7" y="237068"/>
            <a:ext cx="1388534" cy="13914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83238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C775D-E02C-EC2F-C32C-F501BD87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g-brown - Law Office of Gary B. Leuchtman">
            <a:extLst>
              <a:ext uri="{FF2B5EF4-FFF2-40B4-BE49-F238E27FC236}">
                <a16:creationId xmlns:a16="http://schemas.microsoft.com/office/drawing/2014/main" id="{5CBDEF8F-7FF8-5D76-D052-9482D7CF0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A326C0-7378-5E45-7270-6CAF15EEC2AC}"/>
              </a:ext>
            </a:extLst>
          </p:cNvPr>
          <p:cNvSpPr txBox="1"/>
          <p:nvPr/>
        </p:nvSpPr>
        <p:spPr>
          <a:xfrm>
            <a:off x="47897" y="74991"/>
            <a:ext cx="120962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AUM SRI SAIRAM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SRI SATHYA SAI SEVA ORGANISATIONS (INDIA)</a:t>
            </a:r>
          </a:p>
          <a:p>
            <a:pPr algn="ctr"/>
            <a:r>
              <a:rPr lang="en-IN" sz="2800" b="1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KANCHIPURAM </a:t>
            </a:r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SOUTH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DISTRICT LEVEL BALVIKAS TALENT SEARCH</a:t>
            </a:r>
          </a:p>
          <a:p>
            <a:pPr algn="ctr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 (DLBTS - 2025)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E73FFC-357D-EA8F-3F2A-4D3E60545440}"/>
              </a:ext>
            </a:extLst>
          </p:cNvPr>
          <p:cNvSpPr txBox="1"/>
          <p:nvPr/>
        </p:nvSpPr>
        <p:spPr>
          <a:xfrm flipH="1">
            <a:off x="106057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LOVE ALL SERVE 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D069DD-14A8-688B-A25F-124BEBE68846}"/>
              </a:ext>
            </a:extLst>
          </p:cNvPr>
          <p:cNvSpPr txBox="1"/>
          <p:nvPr/>
        </p:nvSpPr>
        <p:spPr>
          <a:xfrm flipH="1">
            <a:off x="9313334" y="6331914"/>
            <a:ext cx="27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HELP EVER HURT NEVER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82E4AB-52EA-4E42-055D-1C8848273A98}"/>
              </a:ext>
            </a:extLst>
          </p:cNvPr>
          <p:cNvSpPr txBox="1"/>
          <p:nvPr/>
        </p:nvSpPr>
        <p:spPr>
          <a:xfrm>
            <a:off x="3014134" y="2796401"/>
            <a:ext cx="61637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JAI SAIRAM</a:t>
            </a:r>
          </a:p>
        </p:txBody>
      </p:sp>
      <p:pic>
        <p:nvPicPr>
          <p:cNvPr id="1026" name="Picture 2" descr="The Lotus Feet - Sai Sarathi">
            <a:extLst>
              <a:ext uri="{FF2B5EF4-FFF2-40B4-BE49-F238E27FC236}">
                <a16:creationId xmlns:a16="http://schemas.microsoft.com/office/drawing/2014/main" id="{F9A22D46-963C-A890-23A6-8DB27B54E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296" y="3586873"/>
            <a:ext cx="3055408" cy="23800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D0C2FE-91D8-2AA8-0941-A989290838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67" y="156754"/>
            <a:ext cx="3020250" cy="1471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B4B09C-CB15-B4CB-0343-EA8D258E79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7" y="237068"/>
            <a:ext cx="1388534" cy="13914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23581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470</Words>
  <Application>Microsoft Office PowerPoint</Application>
  <PresentationFormat>Widescreen</PresentationFormat>
  <Paragraphs>123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Algerian</vt:lpstr>
      <vt:lpstr>Arial</vt:lpstr>
      <vt:lpstr>Britannic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Tejeswar S</dc:creator>
  <cp:lastModifiedBy>Tejeswar S</cp:lastModifiedBy>
  <cp:revision>81</cp:revision>
  <dcterms:created xsi:type="dcterms:W3CDTF">2025-10-04T18:01:16Z</dcterms:created>
  <dcterms:modified xsi:type="dcterms:W3CDTF">2026-10-13T14:40:30Z</dcterms:modified>
</cp:coreProperties>
</file>